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3BC423-EDBF-42D9-B5F4-BF4F72EBFA9F}" v="1" dt="2025-11-17T22:59:20.3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Vranicar" userId="34849f40-65eb-44a6-b17b-a24910334efd" providerId="ADAL" clId="{D4118C1D-83F6-4ABB-87CF-4A37B248D453}"/>
    <pc:docChg chg="modSld">
      <pc:chgData name="Jack Vranicar" userId="34849f40-65eb-44a6-b17b-a24910334efd" providerId="ADAL" clId="{D4118C1D-83F6-4ABB-87CF-4A37B248D453}" dt="2025-11-17T22:59:23.864" v="38" actId="1076"/>
      <pc:docMkLst>
        <pc:docMk/>
      </pc:docMkLst>
      <pc:sldChg chg="modSp mod">
        <pc:chgData name="Jack Vranicar" userId="34849f40-65eb-44a6-b17b-a24910334efd" providerId="ADAL" clId="{D4118C1D-83F6-4ABB-87CF-4A37B248D453}" dt="2025-11-17T22:59:23.864" v="38" actId="1076"/>
        <pc:sldMkLst>
          <pc:docMk/>
          <pc:sldMk cId="3306960055" sldId="256"/>
        </pc:sldMkLst>
        <pc:spChg chg="mod">
          <ac:chgData name="Jack Vranicar" userId="34849f40-65eb-44a6-b17b-a24910334efd" providerId="ADAL" clId="{D4118C1D-83F6-4ABB-87CF-4A37B248D453}" dt="2025-11-17T22:59:15.156" v="36" actId="688"/>
          <ac:spMkLst>
            <pc:docMk/>
            <pc:sldMk cId="3306960055" sldId="256"/>
            <ac:spMk id="8" creationId="{DF55A884-CB20-58AD-EAC8-889B97830D05}"/>
          </ac:spMkLst>
        </pc:spChg>
        <pc:spChg chg="mod">
          <ac:chgData name="Jack Vranicar" userId="34849f40-65eb-44a6-b17b-a24910334efd" providerId="ADAL" clId="{D4118C1D-83F6-4ABB-87CF-4A37B248D453}" dt="2025-11-17T22:59:23.864" v="38" actId="1076"/>
          <ac:spMkLst>
            <pc:docMk/>
            <pc:sldMk cId="3306960055" sldId="256"/>
            <ac:spMk id="10" creationId="{1FB4944C-4041-02EF-C4EF-96AE69E77A98}"/>
          </ac:spMkLst>
        </pc:spChg>
        <pc:graphicFrameChg chg="mod">
          <ac:chgData name="Jack Vranicar" userId="34849f40-65eb-44a6-b17b-a24910334efd" providerId="ADAL" clId="{D4118C1D-83F6-4ABB-87CF-4A37B248D453}" dt="2025-11-17T22:59:20.290" v="37"/>
          <ac:graphicFrameMkLst>
            <pc:docMk/>
            <pc:sldMk cId="3306960055" sldId="256"/>
            <ac:graphicFrameMk id="4" creationId="{F15AE131-E19D-F8AC-4FC5-A33ED2F2CB3E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124B44-6CE0-4C66-9FDC-A4B6DC4C4439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78C4B61-6CC7-44C5-A1AB-D2A0D294DA8B}">
      <dgm:prSet phldrT="[Text]" phldr="0"/>
      <dgm:spPr/>
      <dgm:t>
        <a:bodyPr/>
        <a:lstStyle/>
        <a:p>
          <a:r>
            <a:rPr lang="en-US" dirty="0"/>
            <a:t>0</a:t>
          </a:r>
        </a:p>
        <a:p>
          <a:r>
            <a:rPr lang="en-US" dirty="0"/>
            <a:t>IDLE</a:t>
          </a:r>
        </a:p>
      </dgm:t>
    </dgm:pt>
    <dgm:pt modelId="{055F653D-B810-48FF-B284-8C81004E1183}" type="parTrans" cxnId="{10535009-D16B-40A4-8343-2FB86C78519D}">
      <dgm:prSet/>
      <dgm:spPr/>
      <dgm:t>
        <a:bodyPr/>
        <a:lstStyle/>
        <a:p>
          <a:endParaRPr lang="en-US"/>
        </a:p>
      </dgm:t>
    </dgm:pt>
    <dgm:pt modelId="{9299415D-FD1D-4D98-9BBD-3C3E8766374C}" type="sibTrans" cxnId="{10535009-D16B-40A4-8343-2FB86C78519D}">
      <dgm:prSet/>
      <dgm:spPr/>
      <dgm:t>
        <a:bodyPr/>
        <a:lstStyle/>
        <a:p>
          <a:endParaRPr lang="en-US"/>
        </a:p>
      </dgm:t>
    </dgm:pt>
    <dgm:pt modelId="{AE3804F8-59DF-42B1-B14D-EDB43C8FA387}">
      <dgm:prSet phldrT="[Text]" phldr="0"/>
      <dgm:spPr/>
      <dgm:t>
        <a:bodyPr/>
        <a:lstStyle/>
        <a:p>
          <a:r>
            <a:rPr lang="en-US" dirty="0"/>
            <a:t>10</a:t>
          </a:r>
        </a:p>
        <a:p>
          <a:r>
            <a:rPr lang="en-US" dirty="0"/>
            <a:t>Identify Object</a:t>
          </a:r>
        </a:p>
      </dgm:t>
    </dgm:pt>
    <dgm:pt modelId="{1CE88C8F-0F3F-4C0C-897A-165CD19DAB1D}" type="parTrans" cxnId="{B637BD3A-CF2F-4054-A927-5A56F3B2C948}">
      <dgm:prSet/>
      <dgm:spPr/>
      <dgm:t>
        <a:bodyPr/>
        <a:lstStyle/>
        <a:p>
          <a:endParaRPr lang="en-US"/>
        </a:p>
      </dgm:t>
    </dgm:pt>
    <dgm:pt modelId="{CA63E2F4-211B-4D82-BB53-5334833D0039}" type="sibTrans" cxnId="{B637BD3A-CF2F-4054-A927-5A56F3B2C948}">
      <dgm:prSet/>
      <dgm:spPr/>
      <dgm:t>
        <a:bodyPr/>
        <a:lstStyle/>
        <a:p>
          <a:endParaRPr lang="en-US"/>
        </a:p>
      </dgm:t>
    </dgm:pt>
    <dgm:pt modelId="{239EA599-2849-49A1-B960-B5F4FC962787}">
      <dgm:prSet phldrT="[Text]" phldr="0"/>
      <dgm:spPr/>
      <dgm:t>
        <a:bodyPr/>
        <a:lstStyle/>
        <a:p>
          <a:r>
            <a:rPr lang="en-US" dirty="0"/>
            <a:t>15</a:t>
          </a:r>
        </a:p>
        <a:p>
          <a:r>
            <a:rPr lang="en-US" dirty="0"/>
            <a:t>Move Z</a:t>
          </a:r>
        </a:p>
      </dgm:t>
    </dgm:pt>
    <dgm:pt modelId="{0F6D7A7A-1C71-41F3-A014-CA59C966AA07}" type="parTrans" cxnId="{7770E630-9B16-4630-84D7-C7B6B35203DE}">
      <dgm:prSet/>
      <dgm:spPr/>
      <dgm:t>
        <a:bodyPr/>
        <a:lstStyle/>
        <a:p>
          <a:endParaRPr lang="en-US"/>
        </a:p>
      </dgm:t>
    </dgm:pt>
    <dgm:pt modelId="{D6643BA3-0526-4C23-B4F1-8E1BBB8F9F6C}" type="sibTrans" cxnId="{7770E630-9B16-4630-84D7-C7B6B35203DE}">
      <dgm:prSet/>
      <dgm:spPr/>
      <dgm:t>
        <a:bodyPr/>
        <a:lstStyle/>
        <a:p>
          <a:endParaRPr lang="en-US"/>
        </a:p>
      </dgm:t>
    </dgm:pt>
    <dgm:pt modelId="{0DBF1178-B227-4A98-A319-91AE625EC507}">
      <dgm:prSet phldrT="[Text]" phldr="0"/>
      <dgm:spPr/>
      <dgm:t>
        <a:bodyPr/>
        <a:lstStyle/>
        <a:p>
          <a:r>
            <a:rPr lang="en-US" dirty="0"/>
            <a:t>20</a:t>
          </a:r>
        </a:p>
        <a:p>
          <a:r>
            <a:rPr lang="en-US" dirty="0"/>
            <a:t>Barely Touch Object</a:t>
          </a:r>
        </a:p>
      </dgm:t>
    </dgm:pt>
    <dgm:pt modelId="{FF919DF3-763D-45AF-9D08-5F76838A00E0}" type="parTrans" cxnId="{DEF07963-EB98-46B1-AA12-D9C5C44C1D9C}">
      <dgm:prSet/>
      <dgm:spPr/>
      <dgm:t>
        <a:bodyPr/>
        <a:lstStyle/>
        <a:p>
          <a:endParaRPr lang="en-US"/>
        </a:p>
      </dgm:t>
    </dgm:pt>
    <dgm:pt modelId="{EC34656E-42F5-4C76-AF9E-28791C369DFC}" type="sibTrans" cxnId="{DEF07963-EB98-46B1-AA12-D9C5C44C1D9C}">
      <dgm:prSet/>
      <dgm:spPr/>
      <dgm:t>
        <a:bodyPr/>
        <a:lstStyle/>
        <a:p>
          <a:endParaRPr lang="en-US"/>
        </a:p>
      </dgm:t>
    </dgm:pt>
    <dgm:pt modelId="{31178051-B5EA-418E-AD90-CA1474A5FA2B}">
      <dgm:prSet phldrT="[Text]" phldr="0"/>
      <dgm:spPr/>
      <dgm:t>
        <a:bodyPr/>
        <a:lstStyle/>
        <a:p>
          <a:r>
            <a:rPr lang="en-US" dirty="0"/>
            <a:t>50</a:t>
          </a:r>
        </a:p>
        <a:p>
          <a:r>
            <a:rPr lang="en-US" dirty="0"/>
            <a:t>Drop Object</a:t>
          </a:r>
        </a:p>
      </dgm:t>
    </dgm:pt>
    <dgm:pt modelId="{AC5E350A-4ED9-4A6F-B4C3-AC6F8663C701}" type="parTrans" cxnId="{13BD3BB1-4EA5-4CAF-B28C-156C145B1DA0}">
      <dgm:prSet/>
      <dgm:spPr/>
      <dgm:t>
        <a:bodyPr/>
        <a:lstStyle/>
        <a:p>
          <a:endParaRPr lang="en-US"/>
        </a:p>
      </dgm:t>
    </dgm:pt>
    <dgm:pt modelId="{17750249-BC44-4CEC-9CF9-A6A8B85B6A8A}" type="sibTrans" cxnId="{13BD3BB1-4EA5-4CAF-B28C-156C145B1DA0}">
      <dgm:prSet/>
      <dgm:spPr/>
      <dgm:t>
        <a:bodyPr/>
        <a:lstStyle/>
        <a:p>
          <a:endParaRPr lang="en-US"/>
        </a:p>
      </dgm:t>
    </dgm:pt>
    <dgm:pt modelId="{9EA18BC5-856B-4209-AA10-F0418109EA20}">
      <dgm:prSet phldrT="[Text]" phldr="0"/>
      <dgm:spPr/>
      <dgm:t>
        <a:bodyPr/>
        <a:lstStyle/>
        <a:p>
          <a:r>
            <a:rPr lang="en-US" dirty="0"/>
            <a:t>30</a:t>
          </a:r>
        </a:p>
        <a:p>
          <a:r>
            <a:rPr lang="en-US" dirty="0"/>
            <a:t>Grasp Object</a:t>
          </a:r>
        </a:p>
      </dgm:t>
    </dgm:pt>
    <dgm:pt modelId="{7C6D7DD5-5C00-4A35-AF0E-919338C67D8A}" type="parTrans" cxnId="{09CE65E3-3DFA-4870-B760-8533B76ED266}">
      <dgm:prSet/>
      <dgm:spPr/>
      <dgm:t>
        <a:bodyPr/>
        <a:lstStyle/>
        <a:p>
          <a:endParaRPr lang="en-US"/>
        </a:p>
      </dgm:t>
    </dgm:pt>
    <dgm:pt modelId="{E4163D27-019E-4A52-BE25-76884012AB9E}" type="sibTrans" cxnId="{09CE65E3-3DFA-4870-B760-8533B76ED266}">
      <dgm:prSet/>
      <dgm:spPr/>
      <dgm:t>
        <a:bodyPr/>
        <a:lstStyle/>
        <a:p>
          <a:endParaRPr lang="en-US"/>
        </a:p>
      </dgm:t>
    </dgm:pt>
    <dgm:pt modelId="{936C8AAD-3034-4467-A3AE-25C32F84AFCE}">
      <dgm:prSet phldrT="[Text]" phldr="0"/>
      <dgm:spPr/>
      <dgm:t>
        <a:bodyPr/>
        <a:lstStyle/>
        <a:p>
          <a:r>
            <a:rPr lang="en-US" dirty="0"/>
            <a:t>40</a:t>
          </a:r>
        </a:p>
        <a:p>
          <a:r>
            <a:rPr lang="en-US" dirty="0"/>
            <a:t>Move Object</a:t>
          </a:r>
        </a:p>
      </dgm:t>
    </dgm:pt>
    <dgm:pt modelId="{EDC10C5B-8193-4A66-88C4-2C4E9E5C198B}" type="parTrans" cxnId="{6F1C626A-A413-4D67-8AD0-216B21D1A2CB}">
      <dgm:prSet/>
      <dgm:spPr/>
      <dgm:t>
        <a:bodyPr/>
        <a:lstStyle/>
        <a:p>
          <a:endParaRPr lang="en-US"/>
        </a:p>
      </dgm:t>
    </dgm:pt>
    <dgm:pt modelId="{27D6439E-6784-4525-8070-27D95D3B0982}" type="sibTrans" cxnId="{6F1C626A-A413-4D67-8AD0-216B21D1A2CB}">
      <dgm:prSet/>
      <dgm:spPr/>
      <dgm:t>
        <a:bodyPr/>
        <a:lstStyle/>
        <a:p>
          <a:endParaRPr lang="en-US"/>
        </a:p>
      </dgm:t>
    </dgm:pt>
    <dgm:pt modelId="{BD7E916F-B4D2-4B6A-8DD0-5CDB7FB299C0}" type="pres">
      <dgm:prSet presAssocID="{F8124B44-6CE0-4C66-9FDC-A4B6DC4C4439}" presName="Name0" presStyleCnt="0">
        <dgm:presLayoutVars>
          <dgm:dir/>
          <dgm:resizeHandles val="exact"/>
        </dgm:presLayoutVars>
      </dgm:prSet>
      <dgm:spPr/>
    </dgm:pt>
    <dgm:pt modelId="{7AAAA22E-8019-4ACC-8488-0984F57A7E11}" type="pres">
      <dgm:prSet presAssocID="{F8124B44-6CE0-4C66-9FDC-A4B6DC4C4439}" presName="cycle" presStyleCnt="0"/>
      <dgm:spPr/>
    </dgm:pt>
    <dgm:pt modelId="{E281FEBB-DCEA-497C-8E1C-02ABF818A9C0}" type="pres">
      <dgm:prSet presAssocID="{B78C4B61-6CC7-44C5-A1AB-D2A0D294DA8B}" presName="nodeFirstNode" presStyleLbl="node1" presStyleIdx="0" presStyleCnt="7" custScaleX="97011" custRadScaleRad="100643" custRadScaleInc="-33334">
        <dgm:presLayoutVars>
          <dgm:bulletEnabled val="1"/>
        </dgm:presLayoutVars>
      </dgm:prSet>
      <dgm:spPr/>
    </dgm:pt>
    <dgm:pt modelId="{256FEF02-E480-4DB1-9A18-CB01512B6CC0}" type="pres">
      <dgm:prSet presAssocID="{9299415D-FD1D-4D98-9BBD-3C3E8766374C}" presName="sibTransFirstNode" presStyleLbl="bgShp" presStyleIdx="0" presStyleCnt="1" custScaleX="158352"/>
      <dgm:spPr/>
    </dgm:pt>
    <dgm:pt modelId="{0AA5ADD0-2C09-4B48-A545-2B5131FCF7B2}" type="pres">
      <dgm:prSet presAssocID="{AE3804F8-59DF-42B1-B14D-EDB43C8FA387}" presName="nodeFollowingNodes" presStyleLbl="node1" presStyleIdx="1" presStyleCnt="7" custRadScaleRad="134414" custRadScaleInc="20676">
        <dgm:presLayoutVars>
          <dgm:bulletEnabled val="1"/>
        </dgm:presLayoutVars>
      </dgm:prSet>
      <dgm:spPr/>
    </dgm:pt>
    <dgm:pt modelId="{1D95A0B6-D76F-4CA9-89E0-CA278DE8A929}" type="pres">
      <dgm:prSet presAssocID="{239EA599-2849-49A1-B960-B5F4FC962787}" presName="nodeFollowingNodes" presStyleLbl="node1" presStyleIdx="2" presStyleCnt="7" custRadScaleRad="148589" custRadScaleInc="-3228">
        <dgm:presLayoutVars>
          <dgm:bulletEnabled val="1"/>
        </dgm:presLayoutVars>
      </dgm:prSet>
      <dgm:spPr/>
    </dgm:pt>
    <dgm:pt modelId="{0005B216-07F3-49E0-91B3-8E19AE3E36FD}" type="pres">
      <dgm:prSet presAssocID="{0DBF1178-B227-4A98-A319-91AE625EC507}" presName="nodeFollowingNodes" presStyleLbl="node1" presStyleIdx="3" presStyleCnt="7" custRadScaleRad="102513" custRadScaleInc="23479">
        <dgm:presLayoutVars>
          <dgm:bulletEnabled val="1"/>
        </dgm:presLayoutVars>
      </dgm:prSet>
      <dgm:spPr/>
    </dgm:pt>
    <dgm:pt modelId="{09C85458-55C8-4D5E-A182-FAA157D7F45B}" type="pres">
      <dgm:prSet presAssocID="{9EA18BC5-856B-4209-AA10-F0418109EA20}" presName="nodeFollowingNodes" presStyleLbl="node1" presStyleIdx="4" presStyleCnt="7" custRadScaleRad="147603" custRadScaleInc="66553">
        <dgm:presLayoutVars>
          <dgm:bulletEnabled val="1"/>
        </dgm:presLayoutVars>
      </dgm:prSet>
      <dgm:spPr/>
    </dgm:pt>
    <dgm:pt modelId="{291292F3-88DA-41D8-AF0F-3CC86F379B56}" type="pres">
      <dgm:prSet presAssocID="{936C8AAD-3034-4467-A3AE-25C32F84AFCE}" presName="nodeFollowingNodes" presStyleLbl="node1" presStyleIdx="5" presStyleCnt="7" custRadScaleRad="174157" custRadScaleInc="12338">
        <dgm:presLayoutVars>
          <dgm:bulletEnabled val="1"/>
        </dgm:presLayoutVars>
      </dgm:prSet>
      <dgm:spPr/>
    </dgm:pt>
    <dgm:pt modelId="{B55345CE-5B17-42F9-9A0D-DDD90802E456}" type="pres">
      <dgm:prSet presAssocID="{31178051-B5EA-418E-AD90-CA1474A5FA2B}" presName="nodeFollowingNodes" presStyleLbl="node1" presStyleIdx="6" presStyleCnt="7" custRadScaleRad="152877" custRadScaleInc="-25446">
        <dgm:presLayoutVars>
          <dgm:bulletEnabled val="1"/>
        </dgm:presLayoutVars>
      </dgm:prSet>
      <dgm:spPr/>
    </dgm:pt>
  </dgm:ptLst>
  <dgm:cxnLst>
    <dgm:cxn modelId="{10535009-D16B-40A4-8343-2FB86C78519D}" srcId="{F8124B44-6CE0-4C66-9FDC-A4B6DC4C4439}" destId="{B78C4B61-6CC7-44C5-A1AB-D2A0D294DA8B}" srcOrd="0" destOrd="0" parTransId="{055F653D-B810-48FF-B284-8C81004E1183}" sibTransId="{9299415D-FD1D-4D98-9BBD-3C3E8766374C}"/>
    <dgm:cxn modelId="{1D1D3211-E5E2-4763-BBBB-4B8AD4177888}" type="presOf" srcId="{0DBF1178-B227-4A98-A319-91AE625EC507}" destId="{0005B216-07F3-49E0-91B3-8E19AE3E36FD}" srcOrd="0" destOrd="0" presId="urn:microsoft.com/office/officeart/2005/8/layout/cycle3"/>
    <dgm:cxn modelId="{7BEB1722-FCB8-4BF0-BEA6-190928190FC5}" type="presOf" srcId="{AE3804F8-59DF-42B1-B14D-EDB43C8FA387}" destId="{0AA5ADD0-2C09-4B48-A545-2B5131FCF7B2}" srcOrd="0" destOrd="0" presId="urn:microsoft.com/office/officeart/2005/8/layout/cycle3"/>
    <dgm:cxn modelId="{706D6222-9300-4447-83C4-3AC377770F62}" type="presOf" srcId="{B78C4B61-6CC7-44C5-A1AB-D2A0D294DA8B}" destId="{E281FEBB-DCEA-497C-8E1C-02ABF818A9C0}" srcOrd="0" destOrd="0" presId="urn:microsoft.com/office/officeart/2005/8/layout/cycle3"/>
    <dgm:cxn modelId="{787C9F27-D63B-4074-9233-B24F4D8D5BE0}" type="presOf" srcId="{9EA18BC5-856B-4209-AA10-F0418109EA20}" destId="{09C85458-55C8-4D5E-A182-FAA157D7F45B}" srcOrd="0" destOrd="0" presId="urn:microsoft.com/office/officeart/2005/8/layout/cycle3"/>
    <dgm:cxn modelId="{7770E630-9B16-4630-84D7-C7B6B35203DE}" srcId="{F8124B44-6CE0-4C66-9FDC-A4B6DC4C4439}" destId="{239EA599-2849-49A1-B960-B5F4FC962787}" srcOrd="2" destOrd="0" parTransId="{0F6D7A7A-1C71-41F3-A014-CA59C966AA07}" sibTransId="{D6643BA3-0526-4C23-B4F1-8E1BBB8F9F6C}"/>
    <dgm:cxn modelId="{B637BD3A-CF2F-4054-A927-5A56F3B2C948}" srcId="{F8124B44-6CE0-4C66-9FDC-A4B6DC4C4439}" destId="{AE3804F8-59DF-42B1-B14D-EDB43C8FA387}" srcOrd="1" destOrd="0" parTransId="{1CE88C8F-0F3F-4C0C-897A-165CD19DAB1D}" sibTransId="{CA63E2F4-211B-4D82-BB53-5334833D0039}"/>
    <dgm:cxn modelId="{4412733C-5044-489F-879C-9481DBD4054C}" type="presOf" srcId="{936C8AAD-3034-4467-A3AE-25C32F84AFCE}" destId="{291292F3-88DA-41D8-AF0F-3CC86F379B56}" srcOrd="0" destOrd="0" presId="urn:microsoft.com/office/officeart/2005/8/layout/cycle3"/>
    <dgm:cxn modelId="{DEF07963-EB98-46B1-AA12-D9C5C44C1D9C}" srcId="{F8124B44-6CE0-4C66-9FDC-A4B6DC4C4439}" destId="{0DBF1178-B227-4A98-A319-91AE625EC507}" srcOrd="3" destOrd="0" parTransId="{FF919DF3-763D-45AF-9D08-5F76838A00E0}" sibTransId="{EC34656E-42F5-4C76-AF9E-28791C369DFC}"/>
    <dgm:cxn modelId="{6F1C626A-A413-4D67-8AD0-216B21D1A2CB}" srcId="{F8124B44-6CE0-4C66-9FDC-A4B6DC4C4439}" destId="{936C8AAD-3034-4467-A3AE-25C32F84AFCE}" srcOrd="5" destOrd="0" parTransId="{EDC10C5B-8193-4A66-88C4-2C4E9E5C198B}" sibTransId="{27D6439E-6784-4525-8070-27D95D3B0982}"/>
    <dgm:cxn modelId="{FC784A76-96F7-4CFE-B6EA-59C08E786DAE}" type="presOf" srcId="{F8124B44-6CE0-4C66-9FDC-A4B6DC4C4439}" destId="{BD7E916F-B4D2-4B6A-8DD0-5CDB7FB299C0}" srcOrd="0" destOrd="0" presId="urn:microsoft.com/office/officeart/2005/8/layout/cycle3"/>
    <dgm:cxn modelId="{B833D392-1D01-48BD-849F-8E9A4C285C1D}" type="presOf" srcId="{9299415D-FD1D-4D98-9BBD-3C3E8766374C}" destId="{256FEF02-E480-4DB1-9A18-CB01512B6CC0}" srcOrd="0" destOrd="0" presId="urn:microsoft.com/office/officeart/2005/8/layout/cycle3"/>
    <dgm:cxn modelId="{6903D0B0-F770-4A29-AD4A-1FA1FFB62845}" type="presOf" srcId="{239EA599-2849-49A1-B960-B5F4FC962787}" destId="{1D95A0B6-D76F-4CA9-89E0-CA278DE8A929}" srcOrd="0" destOrd="0" presId="urn:microsoft.com/office/officeart/2005/8/layout/cycle3"/>
    <dgm:cxn modelId="{13BD3BB1-4EA5-4CAF-B28C-156C145B1DA0}" srcId="{F8124B44-6CE0-4C66-9FDC-A4B6DC4C4439}" destId="{31178051-B5EA-418E-AD90-CA1474A5FA2B}" srcOrd="6" destOrd="0" parTransId="{AC5E350A-4ED9-4A6F-B4C3-AC6F8663C701}" sibTransId="{17750249-BC44-4CEC-9CF9-A6A8B85B6A8A}"/>
    <dgm:cxn modelId="{09CE65E3-3DFA-4870-B760-8533B76ED266}" srcId="{F8124B44-6CE0-4C66-9FDC-A4B6DC4C4439}" destId="{9EA18BC5-856B-4209-AA10-F0418109EA20}" srcOrd="4" destOrd="0" parTransId="{7C6D7DD5-5C00-4A35-AF0E-919338C67D8A}" sibTransId="{E4163D27-019E-4A52-BE25-76884012AB9E}"/>
    <dgm:cxn modelId="{B8C6FDF2-636F-42E3-92F4-7AC0CD73CC4B}" type="presOf" srcId="{31178051-B5EA-418E-AD90-CA1474A5FA2B}" destId="{B55345CE-5B17-42F9-9A0D-DDD90802E456}" srcOrd="0" destOrd="0" presId="urn:microsoft.com/office/officeart/2005/8/layout/cycle3"/>
    <dgm:cxn modelId="{EE0BC0D7-99D7-4103-A1C4-A901C7DBB301}" type="presParOf" srcId="{BD7E916F-B4D2-4B6A-8DD0-5CDB7FB299C0}" destId="{7AAAA22E-8019-4ACC-8488-0984F57A7E11}" srcOrd="0" destOrd="0" presId="urn:microsoft.com/office/officeart/2005/8/layout/cycle3"/>
    <dgm:cxn modelId="{34F992B4-60C5-4ED6-B6D6-8708FFF6B21B}" type="presParOf" srcId="{7AAAA22E-8019-4ACC-8488-0984F57A7E11}" destId="{E281FEBB-DCEA-497C-8E1C-02ABF818A9C0}" srcOrd="0" destOrd="0" presId="urn:microsoft.com/office/officeart/2005/8/layout/cycle3"/>
    <dgm:cxn modelId="{C02E7585-A280-47AC-BB9D-EB3D43954092}" type="presParOf" srcId="{7AAAA22E-8019-4ACC-8488-0984F57A7E11}" destId="{256FEF02-E480-4DB1-9A18-CB01512B6CC0}" srcOrd="1" destOrd="0" presId="urn:microsoft.com/office/officeart/2005/8/layout/cycle3"/>
    <dgm:cxn modelId="{C695797C-6710-4BF7-A136-EE28E966117D}" type="presParOf" srcId="{7AAAA22E-8019-4ACC-8488-0984F57A7E11}" destId="{0AA5ADD0-2C09-4B48-A545-2B5131FCF7B2}" srcOrd="2" destOrd="0" presId="urn:microsoft.com/office/officeart/2005/8/layout/cycle3"/>
    <dgm:cxn modelId="{27181634-9003-4C5B-A782-A3268467C045}" type="presParOf" srcId="{7AAAA22E-8019-4ACC-8488-0984F57A7E11}" destId="{1D95A0B6-D76F-4CA9-89E0-CA278DE8A929}" srcOrd="3" destOrd="0" presId="urn:microsoft.com/office/officeart/2005/8/layout/cycle3"/>
    <dgm:cxn modelId="{BFEB7534-7DB9-450D-80FB-17CD53BCC611}" type="presParOf" srcId="{7AAAA22E-8019-4ACC-8488-0984F57A7E11}" destId="{0005B216-07F3-49E0-91B3-8E19AE3E36FD}" srcOrd="4" destOrd="0" presId="urn:microsoft.com/office/officeart/2005/8/layout/cycle3"/>
    <dgm:cxn modelId="{13C2AD0D-BA1C-48B0-8B73-F656F0B0E6F5}" type="presParOf" srcId="{7AAAA22E-8019-4ACC-8488-0984F57A7E11}" destId="{09C85458-55C8-4D5E-A182-FAA157D7F45B}" srcOrd="5" destOrd="0" presId="urn:microsoft.com/office/officeart/2005/8/layout/cycle3"/>
    <dgm:cxn modelId="{3C0DC010-B85F-4728-8F62-A78CF42CDCA4}" type="presParOf" srcId="{7AAAA22E-8019-4ACC-8488-0984F57A7E11}" destId="{291292F3-88DA-41D8-AF0F-3CC86F379B56}" srcOrd="6" destOrd="0" presId="urn:microsoft.com/office/officeart/2005/8/layout/cycle3"/>
    <dgm:cxn modelId="{BDC5BC53-952F-480D-A0D2-E3D6555D751F}" type="presParOf" srcId="{7AAAA22E-8019-4ACC-8488-0984F57A7E11}" destId="{B55345CE-5B17-42F9-9A0D-DDD90802E456}" srcOrd="7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6FEF02-E480-4DB1-9A18-CB01512B6CC0}">
      <dsp:nvSpPr>
        <dsp:cNvPr id="0" name=""/>
        <dsp:cNvSpPr/>
      </dsp:nvSpPr>
      <dsp:spPr>
        <a:xfrm>
          <a:off x="549604" y="51494"/>
          <a:ext cx="10743709" cy="6784700"/>
        </a:xfrm>
        <a:prstGeom prst="circularArrow">
          <a:avLst>
            <a:gd name="adj1" fmla="val 5544"/>
            <a:gd name="adj2" fmla="val 330680"/>
            <a:gd name="adj3" fmla="val 14515849"/>
            <a:gd name="adj4" fmla="val 16950191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81FEBB-DCEA-497C-8E1C-02ABF818A9C0}">
      <dsp:nvSpPr>
        <dsp:cNvPr id="0" name=""/>
        <dsp:cNvSpPr/>
      </dsp:nvSpPr>
      <dsp:spPr>
        <a:xfrm>
          <a:off x="4865379" y="81959"/>
          <a:ext cx="2112158" cy="10886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0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IDLE</a:t>
          </a:r>
        </a:p>
      </dsp:txBody>
      <dsp:txXfrm>
        <a:off x="4918521" y="135101"/>
        <a:ext cx="2005874" cy="982334"/>
      </dsp:txXfrm>
    </dsp:sp>
    <dsp:sp modelId="{0AA5ADD0-2C09-4B48-A545-2B5131FCF7B2}">
      <dsp:nvSpPr>
        <dsp:cNvPr id="0" name=""/>
        <dsp:cNvSpPr/>
      </dsp:nvSpPr>
      <dsp:spPr>
        <a:xfrm>
          <a:off x="8979023" y="993358"/>
          <a:ext cx="2177236" cy="10886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10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Identify Object</a:t>
          </a:r>
        </a:p>
      </dsp:txBody>
      <dsp:txXfrm>
        <a:off x="9032165" y="1046500"/>
        <a:ext cx="2070952" cy="982334"/>
      </dsp:txXfrm>
    </dsp:sp>
    <dsp:sp modelId="{1D95A0B6-D76F-4CA9-89E0-CA278DE8A929}">
      <dsp:nvSpPr>
        <dsp:cNvPr id="0" name=""/>
        <dsp:cNvSpPr/>
      </dsp:nvSpPr>
      <dsp:spPr>
        <a:xfrm>
          <a:off x="9800688" y="3744679"/>
          <a:ext cx="2177236" cy="10886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15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Move Z</a:t>
          </a:r>
        </a:p>
      </dsp:txBody>
      <dsp:txXfrm>
        <a:off x="9853830" y="3797821"/>
        <a:ext cx="2070952" cy="982334"/>
      </dsp:txXfrm>
    </dsp:sp>
    <dsp:sp modelId="{0005B216-07F3-49E0-91B3-8E19AE3E36FD}">
      <dsp:nvSpPr>
        <dsp:cNvPr id="0" name=""/>
        <dsp:cNvSpPr/>
      </dsp:nvSpPr>
      <dsp:spPr>
        <a:xfrm>
          <a:off x="6361585" y="5502681"/>
          <a:ext cx="2177236" cy="10886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20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Barely Touch Object</a:t>
          </a:r>
        </a:p>
      </dsp:txBody>
      <dsp:txXfrm>
        <a:off x="6414727" y="5555823"/>
        <a:ext cx="2070952" cy="982334"/>
      </dsp:txXfrm>
    </dsp:sp>
    <dsp:sp modelId="{09C85458-55C8-4D5E-A182-FAA157D7F45B}">
      <dsp:nvSpPr>
        <dsp:cNvPr id="0" name=""/>
        <dsp:cNvSpPr/>
      </dsp:nvSpPr>
      <dsp:spPr>
        <a:xfrm>
          <a:off x="2060163" y="5303433"/>
          <a:ext cx="2177236" cy="10886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30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Grasp Object</a:t>
          </a:r>
        </a:p>
      </dsp:txBody>
      <dsp:txXfrm>
        <a:off x="2113305" y="5356575"/>
        <a:ext cx="2070952" cy="982334"/>
      </dsp:txXfrm>
    </dsp:sp>
    <dsp:sp modelId="{291292F3-88DA-41D8-AF0F-3CC86F379B56}">
      <dsp:nvSpPr>
        <dsp:cNvPr id="0" name=""/>
        <dsp:cNvSpPr/>
      </dsp:nvSpPr>
      <dsp:spPr>
        <a:xfrm>
          <a:off x="588581" y="3535297"/>
          <a:ext cx="2177236" cy="10886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40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Move Object</a:t>
          </a:r>
        </a:p>
      </dsp:txBody>
      <dsp:txXfrm>
        <a:off x="641723" y="3588439"/>
        <a:ext cx="2070952" cy="982334"/>
      </dsp:txXfrm>
    </dsp:sp>
    <dsp:sp modelId="{B55345CE-5B17-42F9-9A0D-DDD90802E456}">
      <dsp:nvSpPr>
        <dsp:cNvPr id="0" name=""/>
        <dsp:cNvSpPr/>
      </dsp:nvSpPr>
      <dsp:spPr>
        <a:xfrm>
          <a:off x="1649701" y="878242"/>
          <a:ext cx="2177236" cy="10886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50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Drop Object</a:t>
          </a:r>
        </a:p>
      </dsp:txBody>
      <dsp:txXfrm>
        <a:off x="1702843" y="931384"/>
        <a:ext cx="2070952" cy="9823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CCBE0-B54A-8601-27AF-161B1FF4CB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9440C8-CA48-0CE7-82C3-5B4C8E98CB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8A96D-9666-AA01-DC92-8C562E0BF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2FB22-9C12-4159-8199-3DE4AD94D1A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0D811-7DBC-1EE7-E12B-B1D5EF30D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0FED5B-0EEF-BD4F-26BD-A7183CADE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6765E-9393-48BD-B23B-6594F4668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337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A4132-379E-3953-F761-74E2AA34A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C61FA-62F7-0425-417B-36B23936D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DFEF5-7ECB-6B25-2BA3-2E7A2EDA1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2FB22-9C12-4159-8199-3DE4AD94D1A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A60F9-BBF7-FBAA-B5E0-AAFB5DA5D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1B1CD-C97E-5502-5A79-8C5DDBE3D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6765E-9393-48BD-B23B-6594F4668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463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E517B-D071-FCB8-1E2C-5AC7E293F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A08378-3115-0156-31B4-7EA7E44AF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E95B5-DDD8-6322-C37D-7317B88A4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2FB22-9C12-4159-8199-3DE4AD94D1A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915D3-8D01-90E3-463D-0AAA9D51E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128D5-18AB-7C4E-0413-8AA101D4E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6765E-9393-48BD-B23B-6594F4668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007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4EE4F-1412-628A-64DB-7A266AF6E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87AD3-BCD3-93A2-4430-164DCD1717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450DC5-C708-DDAF-3081-B5FE1D127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1AC949-C693-050B-E08C-154921B3B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2FB22-9C12-4159-8199-3DE4AD94D1A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321F1B-CE09-7638-F30E-D1B7F17FE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81EC90-2E49-872E-FBEF-34EE0695B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6765E-9393-48BD-B23B-6594F4668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686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7D432-16D0-B08E-B154-4B51059D8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45414F-C651-DEB6-600B-FD1589837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17F331-8B4A-C21D-163D-EB6208DF2B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A03F6C-AAC5-3591-34EA-FC6DDB1118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2B97C8-7B9E-9A1F-8F43-2350C9218B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3C38EC-9A2F-B2DC-0918-89FA016E5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2FB22-9C12-4159-8199-3DE4AD94D1A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974778-7622-74CB-7A47-75E80E1FA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81FE9-D8AB-AB6F-8623-C6D91E559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6765E-9393-48BD-B23B-6594F4668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299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A5390-C076-0B55-7B4D-EC887845E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71C8EB-CAA5-B2A9-9808-625438698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2FB22-9C12-4159-8199-3DE4AD94D1A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38D282-FD71-1588-76EB-08F9695DD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E6E674-C8D7-8773-CB0A-8D5570FEC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6765E-9393-48BD-B23B-6594F4668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584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83DB56-3CA7-9F93-761A-ACDFE8958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2FB22-9C12-4159-8199-3DE4AD94D1A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3BC0B2-B358-C919-CE9E-E11B21111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FE227-B50D-A000-E262-3E1F00B8C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6765E-9393-48BD-B23B-6594F4668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416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D7289-C16C-A7C2-A59E-499714923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BDACE-366D-1686-2203-02F8C9F83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9C8983-9D36-2590-4C4F-2BDFD1F2A0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7314D1-809A-92AE-8EC1-07BC022EC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2FB22-9C12-4159-8199-3DE4AD94D1A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4D6EC0-8C65-0097-37F2-8B3B67CD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8379D-6017-49BB-97D6-ADC713FB3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6765E-9393-48BD-B23B-6594F4668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36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677F3-9502-543D-EA03-E2EB8D18D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E91C96-1DA6-F4A9-751E-A612952919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603C59-46A1-5F52-B2F7-9F21A4FC76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6BBCA7-A267-E618-B805-142225164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2FB22-9C12-4159-8199-3DE4AD94D1A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0CD1A7-98BB-36B6-5402-33DCA09E0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A6E360-9D03-A0BF-6880-82CCD9144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6765E-9393-48BD-B23B-6594F4668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178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33D7A-5485-69D4-4CD0-10CD1CCA9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3ECB6F-5653-F488-85FB-53C77D708B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A14B9-E5EE-2F43-1145-5086B1970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2FB22-9C12-4159-8199-3DE4AD94D1A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BED08-A8DE-5D40-FCB5-A4B92A540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44FC8-4326-0958-77B5-B1D0E181F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6765E-9393-48BD-B23B-6594F4668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66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771B9C-E460-D4BC-E46C-9D9F74E99C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7B7CF2-7A4B-E8CF-E24D-D66AFAACAC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C3F88-1DDB-59D7-0C73-D1426B66E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2FB22-9C12-4159-8199-3DE4AD94D1A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DE015-F5DE-5770-82CE-0EF26B2E9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98D1C-4AFD-C5FB-F197-856F493BA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6765E-9393-48BD-B23B-6594F4668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566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FEBA1A-235B-465C-81E8-2145860B4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FA2E5-E843-8A32-1D6A-97DEA1755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B594C-FC26-20C0-7317-1A3A7D47AA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22FB22-9C12-4159-8199-3DE4AD94D1A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0A199-9150-7C4C-B488-126DCFD66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1911E-FA43-5D1F-0480-E8BD2651C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56765E-9393-48BD-B23B-6594F4668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30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15AE131-E19D-F8AC-4FC5-A33ED2F2CB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8677330"/>
              </p:ext>
            </p:extLst>
          </p:nvPr>
        </p:nvGraphicFramePr>
        <p:xfrm>
          <a:off x="0" y="0"/>
          <a:ext cx="13350240" cy="6591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4C71FF3-F19A-1935-459B-31107DA1AF15}"/>
              </a:ext>
            </a:extLst>
          </p:cNvPr>
          <p:cNvSpPr txBox="1"/>
          <p:nvPr/>
        </p:nvSpPr>
        <p:spPr>
          <a:xfrm rot="913367">
            <a:off x="7035801" y="255293"/>
            <a:ext cx="1993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Button Pressed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3B388B-ACB5-E4BA-F3D9-B651538FC6CE}"/>
              </a:ext>
            </a:extLst>
          </p:cNvPr>
          <p:cNvSpPr txBox="1"/>
          <p:nvPr/>
        </p:nvSpPr>
        <p:spPr>
          <a:xfrm rot="19391845">
            <a:off x="8955147" y="5462293"/>
            <a:ext cx="1993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Button Pressed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A1E334-03E8-A0F1-33BC-9B0C0DB51605}"/>
              </a:ext>
            </a:extLst>
          </p:cNvPr>
          <p:cNvSpPr txBox="1"/>
          <p:nvPr/>
        </p:nvSpPr>
        <p:spPr>
          <a:xfrm rot="17636889">
            <a:off x="-177800" y="2258251"/>
            <a:ext cx="1993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Button Pressed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55A884-CB20-58AD-EAC8-889B97830D05}"/>
              </a:ext>
            </a:extLst>
          </p:cNvPr>
          <p:cNvSpPr txBox="1"/>
          <p:nvPr/>
        </p:nvSpPr>
        <p:spPr>
          <a:xfrm rot="20673539">
            <a:off x="2628901" y="225431"/>
            <a:ext cx="1993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Fingers Open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A9D361-D5F9-874C-5DD7-973EE2B8421C}"/>
              </a:ext>
            </a:extLst>
          </p:cNvPr>
          <p:cNvSpPr txBox="1"/>
          <p:nvPr/>
        </p:nvSpPr>
        <p:spPr>
          <a:xfrm rot="4195873">
            <a:off x="10286890" y="2863520"/>
            <a:ext cx="1993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Identified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B4944C-4041-02EF-C4EF-96AE69E77A98}"/>
              </a:ext>
            </a:extLst>
          </p:cNvPr>
          <p:cNvSpPr txBox="1"/>
          <p:nvPr/>
        </p:nvSpPr>
        <p:spPr>
          <a:xfrm>
            <a:off x="4778958" y="5542136"/>
            <a:ext cx="1993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Fingers in Contact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765196-AE0C-F286-E783-0BA6C3CAB511}"/>
              </a:ext>
            </a:extLst>
          </p:cNvPr>
          <p:cNvSpPr txBox="1"/>
          <p:nvPr/>
        </p:nvSpPr>
        <p:spPr>
          <a:xfrm rot="2941942">
            <a:off x="614009" y="5434350"/>
            <a:ext cx="1993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Fingers Compressed</a:t>
            </a:r>
          </a:p>
        </p:txBody>
      </p:sp>
    </p:spTree>
    <p:extLst>
      <p:ext uri="{BB962C8B-B14F-4D97-AF65-F5344CB8AC3E}">
        <p14:creationId xmlns:p14="http://schemas.microsoft.com/office/powerpoint/2010/main" val="3306960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354F13F6C91340BD9DF716A2F55ACB" ma:contentTypeVersion="14" ma:contentTypeDescription="Create a new document." ma:contentTypeScope="" ma:versionID="0bb5b37b8ac854a3c23f954fc337f9c6">
  <xsd:schema xmlns:xsd="http://www.w3.org/2001/XMLSchema" xmlns:xs="http://www.w3.org/2001/XMLSchema" xmlns:p="http://schemas.microsoft.com/office/2006/metadata/properties" xmlns:ns3="e734479d-dd2a-4aa3-aad1-1973dddc1271" xmlns:ns4="8a951241-19ad-4034-870b-e030b7c4e54f" targetNamespace="http://schemas.microsoft.com/office/2006/metadata/properties" ma:root="true" ma:fieldsID="f09958df52e29bcd80f7a1ddaea51d92" ns3:_="" ns4:_="">
    <xsd:import namespace="e734479d-dd2a-4aa3-aad1-1973dddc1271"/>
    <xsd:import namespace="8a951241-19ad-4034-870b-e030b7c4e54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34479d-dd2a-4aa3-aad1-1973dddc12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951241-19ad-4034-870b-e030b7c4e54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734479d-dd2a-4aa3-aad1-1973dddc1271" xsi:nil="true"/>
  </documentManagement>
</p:properties>
</file>

<file path=customXml/itemProps1.xml><?xml version="1.0" encoding="utf-8"?>
<ds:datastoreItem xmlns:ds="http://schemas.openxmlformats.org/officeDocument/2006/customXml" ds:itemID="{9B677ECF-67C6-4FD5-A688-A426D60844F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734479d-dd2a-4aa3-aad1-1973dddc1271"/>
    <ds:schemaRef ds:uri="8a951241-19ad-4034-870b-e030b7c4e54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CCC25D3-40DC-4975-9481-F6A46A28FA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B53E352-78DD-405E-921D-078AA543AA29}">
  <ds:schemaRefs>
    <ds:schemaRef ds:uri="http://schemas.openxmlformats.org/package/2006/metadata/core-properties"/>
    <ds:schemaRef ds:uri="e734479d-dd2a-4aa3-aad1-1973dddc1271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8a951241-19ad-4034-870b-e030b7c4e54f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38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 Vranicar</dc:creator>
  <cp:lastModifiedBy>Jack Vranicar</cp:lastModifiedBy>
  <cp:revision>2</cp:revision>
  <dcterms:created xsi:type="dcterms:W3CDTF">2025-11-17T17:18:15Z</dcterms:created>
  <dcterms:modified xsi:type="dcterms:W3CDTF">2025-11-17T22:59:23Z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0x0101001D354F13F6C91340BD9DF716A2F55ACB</vt:lpwstr>
  </property>
</Properties>
</file>