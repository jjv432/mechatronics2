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5" r:id="rId5"/>
  </p:sldMasterIdLst>
  <p:notesMasterIdLst>
    <p:notesMasterId r:id="rId17"/>
  </p:notesMasterIdLst>
  <p:sldIdLst>
    <p:sldId id="350" r:id="rId6"/>
    <p:sldId id="351" r:id="rId7"/>
    <p:sldId id="352" r:id="rId8"/>
    <p:sldId id="353" r:id="rId9"/>
    <p:sldId id="354" r:id="rId10"/>
    <p:sldId id="356" r:id="rId11"/>
    <p:sldId id="357" r:id="rId12"/>
    <p:sldId id="358" r:id="rId13"/>
    <p:sldId id="359" r:id="rId14"/>
    <p:sldId id="360" r:id="rId15"/>
    <p:sldId id="3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w Content" id="{4A11773B-A0C6-4ACE-A732-CCFBBD8ACE37}">
          <p14:sldIdLst>
            <p14:sldId id="350"/>
            <p14:sldId id="351"/>
            <p14:sldId id="352"/>
            <p14:sldId id="353"/>
            <p14:sldId id="354"/>
            <p14:sldId id="356"/>
            <p14:sldId id="357"/>
            <p14:sldId id="358"/>
            <p14:sldId id="359"/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13902D-5BC6-5630-6E56-12CCF86C0635}" name="Mason Walters" initials="MW" userId="S::mkw20b@fsu.edu::36833100-e05d-4a67-bff5-99c562c9b84e" providerId="AD"/>
  <p188:author id="{1571C94E-05D7-289A-5B6A-7AD5782A8F1B}" name="Grant Hoffmeyer" initials="GH" userId="S::gah20g@fsu.edu::63a22c7b-ba74-41bf-935f-849fa03069ec" providerId="AD"/>
  <p188:author id="{27C8A7C3-6D44-B5BA-B252-B51D4A333E73}" name="Onyx Oh" initials="OO" userId="S::ojo20@fsu.edu::85600c22-cccb-4a7d-b40d-d95ed01cba6e" providerId="AD"/>
  <p188:author id="{E9B4A3D1-2627-F616-3F22-DA1C7F22BBD5}" name="Jack Vranicar" initials="JV" userId="S::jjv20@fsu.edu::34849f40-65eb-44a6-b17b-a24910334ef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6F"/>
    <a:srgbClr val="FBEC5D"/>
    <a:srgbClr val="682860"/>
    <a:srgbClr val="48929B"/>
    <a:srgbClr val="FFFFFF"/>
    <a:srgbClr val="F5AD7C"/>
    <a:srgbClr val="EE7624"/>
    <a:srgbClr val="E5FCC2"/>
    <a:srgbClr val="9ECFA6"/>
    <a:srgbClr val="5479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F6077-351F-4903-B195-1DB4DE211652}" v="166" dt="2025-11-30T21:25:39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480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Vranicar" userId="34849f40-65eb-44a6-b17b-a24910334efd" providerId="ADAL" clId="{D4118C1D-83F6-4ABB-87CF-4A37B248D453}"/>
    <pc:docChg chg="undo custSel addSld delSld modSld delSection modSection">
      <pc:chgData name="Jack Vranicar" userId="34849f40-65eb-44a6-b17b-a24910334efd" providerId="ADAL" clId="{D4118C1D-83F6-4ABB-87CF-4A37B248D453}" dt="2025-11-30T21:26:11.681" v="1682" actId="20577"/>
      <pc:docMkLst>
        <pc:docMk/>
      </pc:docMkLst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291870476" sldId="26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859581452" sldId="26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264871324" sldId="26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612267168" sldId="26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807744079" sldId="26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638337340" sldId="27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7416348" sldId="27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041651053" sldId="27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163656728" sldId="27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656656740" sldId="28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310254636" sldId="28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344322084" sldId="28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360331590" sldId="28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940323037" sldId="29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437679941" sldId="29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42956665" sldId="29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34060637" sldId="29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98643787" sldId="29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165466478" sldId="29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718136549" sldId="29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035229180" sldId="30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781584446" sldId="30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698667072" sldId="30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327596790" sldId="31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06540075" sldId="31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35994149" sldId="31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197691271" sldId="32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71874502" sldId="32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071112907" sldId="32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576413346" sldId="32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899727062" sldId="32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152983072" sldId="32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88050759" sldId="32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10680657" sldId="33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941139709" sldId="33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96167492" sldId="33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00981612" sldId="345"/>
        </pc:sldMkLst>
      </pc:sldChg>
      <pc:sldChg chg="modSp mod">
        <pc:chgData name="Jack Vranicar" userId="34849f40-65eb-44a6-b17b-a24910334efd" providerId="ADAL" clId="{D4118C1D-83F6-4ABB-87CF-4A37B248D453}" dt="2025-11-30T20:29:27.424" v="66" actId="20577"/>
        <pc:sldMkLst>
          <pc:docMk/>
          <pc:sldMk cId="2339421612" sldId="350"/>
        </pc:sldMkLst>
        <pc:spChg chg="mod">
          <ac:chgData name="Jack Vranicar" userId="34849f40-65eb-44a6-b17b-a24910334efd" providerId="ADAL" clId="{D4118C1D-83F6-4ABB-87CF-4A37B248D453}" dt="2025-11-30T20:28:02.175" v="24" actId="20577"/>
          <ac:spMkLst>
            <pc:docMk/>
            <pc:sldMk cId="2339421612" sldId="350"/>
            <ac:spMk id="2" creationId="{4F4D9F13-FE08-6B8B-B8D8-696CDE71FA62}"/>
          </ac:spMkLst>
        </pc:spChg>
        <pc:spChg chg="mod">
          <ac:chgData name="Jack Vranicar" userId="34849f40-65eb-44a6-b17b-a24910334efd" providerId="ADAL" clId="{D4118C1D-83F6-4ABB-87CF-4A37B248D453}" dt="2025-11-30T20:28:25.870" v="40" actId="20577"/>
          <ac:spMkLst>
            <pc:docMk/>
            <pc:sldMk cId="2339421612" sldId="350"/>
            <ac:spMk id="3" creationId="{79316401-369D-4CD0-1A41-6514E04E21F6}"/>
          </ac:spMkLst>
        </pc:spChg>
        <pc:spChg chg="mod">
          <ac:chgData name="Jack Vranicar" userId="34849f40-65eb-44a6-b17b-a24910334efd" providerId="ADAL" clId="{D4118C1D-83F6-4ABB-87CF-4A37B248D453}" dt="2025-11-30T20:28:32.721" v="55" actId="20577"/>
          <ac:spMkLst>
            <pc:docMk/>
            <pc:sldMk cId="2339421612" sldId="350"/>
            <ac:spMk id="4" creationId="{94828051-0C2B-C002-268F-F362867D239A}"/>
          </ac:spMkLst>
        </pc:spChg>
        <pc:spChg chg="mod">
          <ac:chgData name="Jack Vranicar" userId="34849f40-65eb-44a6-b17b-a24910334efd" providerId="ADAL" clId="{D4118C1D-83F6-4ABB-87CF-4A37B248D453}" dt="2025-11-30T20:29:27.424" v="66" actId="20577"/>
          <ac:spMkLst>
            <pc:docMk/>
            <pc:sldMk cId="2339421612" sldId="350"/>
            <ac:spMk id="5" creationId="{55853C65-5820-51A6-C955-D678A051C81B}"/>
          </ac:spMkLst>
        </pc:spChg>
      </pc:sldChg>
      <pc:sldChg chg="modSp new mod">
        <pc:chgData name="Jack Vranicar" userId="34849f40-65eb-44a6-b17b-a24910334efd" providerId="ADAL" clId="{D4118C1D-83F6-4ABB-87CF-4A37B248D453}" dt="2025-11-30T20:31:44.909" v="212" actId="1076"/>
        <pc:sldMkLst>
          <pc:docMk/>
          <pc:sldMk cId="1722446493" sldId="351"/>
        </pc:sldMkLst>
        <pc:spChg chg="mod">
          <ac:chgData name="Jack Vranicar" userId="34849f40-65eb-44a6-b17b-a24910334efd" providerId="ADAL" clId="{D4118C1D-83F6-4ABB-87CF-4A37B248D453}" dt="2025-11-30T20:31:44.909" v="212" actId="1076"/>
          <ac:spMkLst>
            <pc:docMk/>
            <pc:sldMk cId="1722446493" sldId="351"/>
            <ac:spMk id="2" creationId="{FB04823E-BEB8-73F7-0145-1D37BD92D02E}"/>
          </ac:spMkLst>
        </pc:spChg>
        <pc:spChg chg="mod">
          <ac:chgData name="Jack Vranicar" userId="34849f40-65eb-44a6-b17b-a24910334efd" providerId="ADAL" clId="{D4118C1D-83F6-4ABB-87CF-4A37B248D453}" dt="2025-11-30T20:31:10.275" v="97" actId="20577"/>
          <ac:spMkLst>
            <pc:docMk/>
            <pc:sldMk cId="1722446493" sldId="351"/>
            <ac:spMk id="5" creationId="{4B79681C-F00F-4825-4116-B13DB7F520CA}"/>
          </ac:spMkLst>
        </pc:spChg>
        <pc:spChg chg="mod">
          <ac:chgData name="Jack Vranicar" userId="34849f40-65eb-44a6-b17b-a24910334efd" providerId="ADAL" clId="{D4118C1D-83F6-4ABB-87CF-4A37B248D453}" dt="2025-11-30T20:30:10.498" v="88" actId="20577"/>
          <ac:spMkLst>
            <pc:docMk/>
            <pc:sldMk cId="1722446493" sldId="351"/>
            <ac:spMk id="6" creationId="{4E57BB2A-3542-7454-5B4C-AA6E69D30D6D}"/>
          </ac:spMkLst>
        </pc:spChg>
      </pc:sldChg>
      <pc:sldChg chg="addSp delSp modSp new mod">
        <pc:chgData name="Jack Vranicar" userId="34849f40-65eb-44a6-b17b-a24910334efd" providerId="ADAL" clId="{D4118C1D-83F6-4ABB-87CF-4A37B248D453}" dt="2025-11-30T20:36:23.134" v="497" actId="20577"/>
        <pc:sldMkLst>
          <pc:docMk/>
          <pc:sldMk cId="1048047684" sldId="352"/>
        </pc:sldMkLst>
        <pc:spChg chg="del">
          <ac:chgData name="Jack Vranicar" userId="34849f40-65eb-44a6-b17b-a24910334efd" providerId="ADAL" clId="{D4118C1D-83F6-4ABB-87CF-4A37B248D453}" dt="2025-11-30T20:33:26.080" v="251"/>
          <ac:spMkLst>
            <pc:docMk/>
            <pc:sldMk cId="1048047684" sldId="352"/>
            <ac:spMk id="2" creationId="{C89DAE6E-767D-06EC-5B72-8DFE0811226B}"/>
          </ac:spMkLst>
        </pc:spChg>
        <pc:spChg chg="mod">
          <ac:chgData name="Jack Vranicar" userId="34849f40-65eb-44a6-b17b-a24910334efd" providerId="ADAL" clId="{D4118C1D-83F6-4ABB-87CF-4A37B248D453}" dt="2025-11-30T20:33:41.772" v="253"/>
          <ac:spMkLst>
            <pc:docMk/>
            <pc:sldMk cId="1048047684" sldId="352"/>
            <ac:spMk id="3" creationId="{B085FB00-1C84-B623-EDFB-5E802643CDE2}"/>
          </ac:spMkLst>
        </pc:spChg>
        <pc:spChg chg="mod">
          <ac:chgData name="Jack Vranicar" userId="34849f40-65eb-44a6-b17b-a24910334efd" providerId="ADAL" clId="{D4118C1D-83F6-4ABB-87CF-4A37B248D453}" dt="2025-11-30T20:32:20.208" v="239" actId="313"/>
          <ac:spMkLst>
            <pc:docMk/>
            <pc:sldMk cId="1048047684" sldId="352"/>
            <ac:spMk id="5" creationId="{2E16DACC-4D7B-AD60-90AC-47B55CDC8033}"/>
          </ac:spMkLst>
        </pc:spChg>
        <pc:spChg chg="mod">
          <ac:chgData name="Jack Vranicar" userId="34849f40-65eb-44a6-b17b-a24910334efd" providerId="ADAL" clId="{D4118C1D-83F6-4ABB-87CF-4A37B248D453}" dt="2025-11-30T20:36:23.134" v="497" actId="20577"/>
          <ac:spMkLst>
            <pc:docMk/>
            <pc:sldMk cId="1048047684" sldId="352"/>
            <ac:spMk id="6" creationId="{D74E009A-B9EF-258B-6E86-5FA06D6A89D5}"/>
          </ac:spMkLst>
        </pc:spChg>
        <pc:spChg chg="add mod">
          <ac:chgData name="Jack Vranicar" userId="34849f40-65eb-44a6-b17b-a24910334efd" providerId="ADAL" clId="{D4118C1D-83F6-4ABB-87CF-4A37B248D453}" dt="2025-11-30T20:35:38.499" v="461" actId="1076"/>
          <ac:spMkLst>
            <pc:docMk/>
            <pc:sldMk cId="1048047684" sldId="352"/>
            <ac:spMk id="7" creationId="{515CA40A-ED54-A530-A7EA-88A911CA9CF6}"/>
          </ac:spMkLst>
        </pc:spChg>
        <pc:spChg chg="add del mod">
          <ac:chgData name="Jack Vranicar" userId="34849f40-65eb-44a6-b17b-a24910334efd" providerId="ADAL" clId="{D4118C1D-83F6-4ABB-87CF-4A37B248D453}" dt="2025-11-30T20:34:27.376" v="316"/>
          <ac:spMkLst>
            <pc:docMk/>
            <pc:sldMk cId="1048047684" sldId="352"/>
            <ac:spMk id="8" creationId="{B7DA7324-A97B-CCCC-1CB3-1DE7113F9029}"/>
          </ac:spMkLst>
        </pc:spChg>
        <pc:spChg chg="add mod">
          <ac:chgData name="Jack Vranicar" userId="34849f40-65eb-44a6-b17b-a24910334efd" providerId="ADAL" clId="{D4118C1D-83F6-4ABB-87CF-4A37B248D453}" dt="2025-11-30T20:35:20.095" v="459" actId="403"/>
          <ac:spMkLst>
            <pc:docMk/>
            <pc:sldMk cId="1048047684" sldId="352"/>
            <ac:spMk id="9" creationId="{B5F2DB6F-29B2-A2FB-5952-8B2CED413A28}"/>
          </ac:spMkLst>
        </pc:spChg>
        <pc:picChg chg="add mod">
          <ac:chgData name="Jack Vranicar" userId="34849f40-65eb-44a6-b17b-a24910334efd" providerId="ADAL" clId="{D4118C1D-83F6-4ABB-87CF-4A37B248D453}" dt="2025-11-30T20:35:33.285" v="460" actId="1076"/>
          <ac:picMkLst>
            <pc:docMk/>
            <pc:sldMk cId="1048047684" sldId="352"/>
            <ac:picMk id="1026" creationId="{A5E510BA-CC48-94CD-F00F-2964DF2E6B8A}"/>
          </ac:picMkLst>
        </pc:picChg>
      </pc:sldChg>
      <pc:sldChg chg="modSp new del mod">
        <pc:chgData name="Jack Vranicar" userId="34849f40-65eb-44a6-b17b-a24910334efd" providerId="ADAL" clId="{D4118C1D-83F6-4ABB-87CF-4A37B248D453}" dt="2025-11-30T20:33:44.177" v="254" actId="47"/>
        <pc:sldMkLst>
          <pc:docMk/>
          <pc:sldMk cId="1773367257" sldId="353"/>
        </pc:sldMkLst>
        <pc:spChg chg="mod">
          <ac:chgData name="Jack Vranicar" userId="34849f40-65eb-44a6-b17b-a24910334efd" providerId="ADAL" clId="{D4118C1D-83F6-4ABB-87CF-4A37B248D453}" dt="2025-11-30T20:32:57.505" v="250" actId="20577"/>
          <ac:spMkLst>
            <pc:docMk/>
            <pc:sldMk cId="1773367257" sldId="353"/>
            <ac:spMk id="5" creationId="{73391F93-BF62-2724-8214-804FDC20F9D9}"/>
          </ac:spMkLst>
        </pc:spChg>
      </pc:sldChg>
      <pc:sldChg chg="addSp delSp modSp new mod">
        <pc:chgData name="Jack Vranicar" userId="34849f40-65eb-44a6-b17b-a24910334efd" providerId="ADAL" clId="{D4118C1D-83F6-4ABB-87CF-4A37B248D453}" dt="2025-11-30T20:40:02.978" v="1015" actId="404"/>
        <pc:sldMkLst>
          <pc:docMk/>
          <pc:sldMk cId="2215007231" sldId="353"/>
        </pc:sldMkLst>
        <pc:spChg chg="del">
          <ac:chgData name="Jack Vranicar" userId="34849f40-65eb-44a6-b17b-a24910334efd" providerId="ADAL" clId="{D4118C1D-83F6-4ABB-87CF-4A37B248D453}" dt="2025-11-30T20:37:06.084" v="512"/>
          <ac:spMkLst>
            <pc:docMk/>
            <pc:sldMk cId="2215007231" sldId="353"/>
            <ac:spMk id="2" creationId="{7F30E09B-2971-4161-276E-914D29A83AC1}"/>
          </ac:spMkLst>
        </pc:spChg>
        <pc:spChg chg="mod">
          <ac:chgData name="Jack Vranicar" userId="34849f40-65eb-44a6-b17b-a24910334efd" providerId="ADAL" clId="{D4118C1D-83F6-4ABB-87CF-4A37B248D453}" dt="2025-11-30T20:37:11.964" v="513"/>
          <ac:spMkLst>
            <pc:docMk/>
            <pc:sldMk cId="2215007231" sldId="353"/>
            <ac:spMk id="3" creationId="{EDA62D7C-FF59-CF85-E32A-BB5A3551D778}"/>
          </ac:spMkLst>
        </pc:spChg>
        <pc:spChg chg="mod">
          <ac:chgData name="Jack Vranicar" userId="34849f40-65eb-44a6-b17b-a24910334efd" providerId="ADAL" clId="{D4118C1D-83F6-4ABB-87CF-4A37B248D453}" dt="2025-11-30T20:36:19.562" v="491" actId="20577"/>
          <ac:spMkLst>
            <pc:docMk/>
            <pc:sldMk cId="2215007231" sldId="353"/>
            <ac:spMk id="5" creationId="{9E5DCBCD-475E-8648-724F-6709850CEC8E}"/>
          </ac:spMkLst>
        </pc:spChg>
        <pc:spChg chg="mod">
          <ac:chgData name="Jack Vranicar" userId="34849f40-65eb-44a6-b17b-a24910334efd" providerId="ADAL" clId="{D4118C1D-83F6-4ABB-87CF-4A37B248D453}" dt="2025-11-30T20:36:29.751" v="511" actId="20577"/>
          <ac:spMkLst>
            <pc:docMk/>
            <pc:sldMk cId="2215007231" sldId="353"/>
            <ac:spMk id="6" creationId="{434A17F6-54CC-E57C-E943-76F20AC25AC1}"/>
          </ac:spMkLst>
        </pc:spChg>
        <pc:spChg chg="add mod">
          <ac:chgData name="Jack Vranicar" userId="34849f40-65eb-44a6-b17b-a24910334efd" providerId="ADAL" clId="{D4118C1D-83F6-4ABB-87CF-4A37B248D453}" dt="2025-11-30T20:40:02.978" v="1015" actId="404"/>
          <ac:spMkLst>
            <pc:docMk/>
            <pc:sldMk cId="2215007231" sldId="353"/>
            <ac:spMk id="7" creationId="{7561AAD1-A016-20B2-7658-02A16A6021AD}"/>
          </ac:spMkLst>
        </pc:spChg>
        <pc:picChg chg="add mod">
          <ac:chgData name="Jack Vranicar" userId="34849f40-65eb-44a6-b17b-a24910334efd" providerId="ADAL" clId="{D4118C1D-83F6-4ABB-87CF-4A37B248D453}" dt="2025-11-30T20:37:26.373" v="516" actId="1076"/>
          <ac:picMkLst>
            <pc:docMk/>
            <pc:sldMk cId="2215007231" sldId="353"/>
            <ac:picMk id="2050" creationId="{5ECEAC2C-BA72-B055-B6C0-81E20D2C01FA}"/>
          </ac:picMkLst>
        </pc:picChg>
      </pc:sldChg>
      <pc:sldChg chg="addSp delSp modSp new mod">
        <pc:chgData name="Jack Vranicar" userId="34849f40-65eb-44a6-b17b-a24910334efd" providerId="ADAL" clId="{D4118C1D-83F6-4ABB-87CF-4A37B248D453}" dt="2025-11-30T20:51:55.929" v="1164" actId="1076"/>
        <pc:sldMkLst>
          <pc:docMk/>
          <pc:sldMk cId="689920797" sldId="354"/>
        </pc:sldMkLst>
        <pc:spChg chg="del">
          <ac:chgData name="Jack Vranicar" userId="34849f40-65eb-44a6-b17b-a24910334efd" providerId="ADAL" clId="{D4118C1D-83F6-4ABB-87CF-4A37B248D453}" dt="2025-11-30T20:41:35.831" v="1049" actId="478"/>
          <ac:spMkLst>
            <pc:docMk/>
            <pc:sldMk cId="689920797" sldId="354"/>
            <ac:spMk id="2" creationId="{D31845B8-A280-6D9B-B7EF-2AD5A0FF6E66}"/>
          </ac:spMkLst>
        </pc:spChg>
        <pc:spChg chg="mod">
          <ac:chgData name="Jack Vranicar" userId="34849f40-65eb-44a6-b17b-a24910334efd" providerId="ADAL" clId="{D4118C1D-83F6-4ABB-87CF-4A37B248D453}" dt="2025-11-30T20:51:55.929" v="1164" actId="1076"/>
          <ac:spMkLst>
            <pc:docMk/>
            <pc:sldMk cId="689920797" sldId="354"/>
            <ac:spMk id="5" creationId="{65764E8B-5558-8460-D324-C43E9511CEDE}"/>
          </ac:spMkLst>
        </pc:spChg>
        <pc:spChg chg="mod">
          <ac:chgData name="Jack Vranicar" userId="34849f40-65eb-44a6-b17b-a24910334efd" providerId="ADAL" clId="{D4118C1D-83F6-4ABB-87CF-4A37B248D453}" dt="2025-11-30T20:41:08.188" v="1048" actId="20577"/>
          <ac:spMkLst>
            <pc:docMk/>
            <pc:sldMk cId="689920797" sldId="354"/>
            <ac:spMk id="6" creationId="{50A31BF8-E539-EFF5-13D2-935F81D77FE1}"/>
          </ac:spMkLst>
        </pc:spChg>
        <pc:spChg chg="mod">
          <ac:chgData name="Jack Vranicar" userId="34849f40-65eb-44a6-b17b-a24910334efd" providerId="ADAL" clId="{D4118C1D-83F6-4ABB-87CF-4A37B248D453}" dt="2025-11-30T20:45:06.107" v="1067" actId="14100"/>
          <ac:spMkLst>
            <pc:docMk/>
            <pc:sldMk cId="689920797" sldId="354"/>
            <ac:spMk id="22" creationId="{0109876B-3A58-5228-EBE2-4C052F7E3050}"/>
          </ac:spMkLst>
        </pc:spChg>
        <pc:spChg chg="mod">
          <ac:chgData name="Jack Vranicar" userId="34849f40-65eb-44a6-b17b-a24910334efd" providerId="ADAL" clId="{D4118C1D-83F6-4ABB-87CF-4A37B248D453}" dt="2025-11-30T20:44:54.988" v="1064" actId="27803"/>
          <ac:spMkLst>
            <pc:docMk/>
            <pc:sldMk cId="689920797" sldId="354"/>
            <ac:spMk id="23" creationId="{1907F99C-D74F-5711-7BF7-D0D543CEEDFF}"/>
          </ac:spMkLst>
        </pc:spChg>
        <pc:spChg chg="mod">
          <ac:chgData name="Jack Vranicar" userId="34849f40-65eb-44a6-b17b-a24910334efd" providerId="ADAL" clId="{D4118C1D-83F6-4ABB-87CF-4A37B248D453}" dt="2025-11-30T20:44:54.988" v="1064" actId="27803"/>
          <ac:spMkLst>
            <pc:docMk/>
            <pc:sldMk cId="689920797" sldId="354"/>
            <ac:spMk id="24" creationId="{98CAB009-B3DD-BEF8-EDDE-C1B8073ECE56}"/>
          </ac:spMkLst>
        </pc:spChg>
        <pc:spChg chg="mod">
          <ac:chgData name="Jack Vranicar" userId="34849f40-65eb-44a6-b17b-a24910334efd" providerId="ADAL" clId="{D4118C1D-83F6-4ABB-87CF-4A37B248D453}" dt="2025-11-30T20:45:37.841" v="1074" actId="1076"/>
          <ac:spMkLst>
            <pc:docMk/>
            <pc:sldMk cId="689920797" sldId="354"/>
            <ac:spMk id="26" creationId="{32F1D8A8-872E-23FD-A94A-83B676D2EC8C}"/>
          </ac:spMkLst>
        </pc:spChg>
        <pc:spChg chg="mod">
          <ac:chgData name="Jack Vranicar" userId="34849f40-65eb-44a6-b17b-a24910334efd" providerId="ADAL" clId="{D4118C1D-83F6-4ABB-87CF-4A37B248D453}" dt="2025-11-30T20:45:24.978" v="1071" actId="27803"/>
          <ac:spMkLst>
            <pc:docMk/>
            <pc:sldMk cId="689920797" sldId="354"/>
            <ac:spMk id="27" creationId="{9A6F76A9-2A9E-10A1-C88A-84C701F70D24}"/>
          </ac:spMkLst>
        </pc:spChg>
        <pc:spChg chg="mod">
          <ac:chgData name="Jack Vranicar" userId="34849f40-65eb-44a6-b17b-a24910334efd" providerId="ADAL" clId="{D4118C1D-83F6-4ABB-87CF-4A37B248D453}" dt="2025-11-30T20:45:24.978" v="1071" actId="27803"/>
          <ac:spMkLst>
            <pc:docMk/>
            <pc:sldMk cId="689920797" sldId="354"/>
            <ac:spMk id="28" creationId="{443BCEE9-3806-2053-EC80-231F2FD04DAF}"/>
          </ac:spMkLst>
        </pc:spChg>
        <pc:spChg chg="mod">
          <ac:chgData name="Jack Vranicar" userId="34849f40-65eb-44a6-b17b-a24910334efd" providerId="ADAL" clId="{D4118C1D-83F6-4ABB-87CF-4A37B248D453}" dt="2025-11-30T20:46:04.968" v="1084" actId="1076"/>
          <ac:spMkLst>
            <pc:docMk/>
            <pc:sldMk cId="689920797" sldId="354"/>
            <ac:spMk id="30" creationId="{EE9AF00C-8E77-5402-E849-401FFAAEED92}"/>
          </ac:spMkLst>
        </pc:spChg>
        <pc:spChg chg="mod">
          <ac:chgData name="Jack Vranicar" userId="34849f40-65eb-44a6-b17b-a24910334efd" providerId="ADAL" clId="{D4118C1D-83F6-4ABB-87CF-4A37B248D453}" dt="2025-11-30T20:45:42.445" v="1077" actId="27803"/>
          <ac:spMkLst>
            <pc:docMk/>
            <pc:sldMk cId="689920797" sldId="354"/>
            <ac:spMk id="31" creationId="{9821E27F-2CBB-D935-11DD-138522672E7D}"/>
          </ac:spMkLst>
        </pc:spChg>
        <pc:spChg chg="mod">
          <ac:chgData name="Jack Vranicar" userId="34849f40-65eb-44a6-b17b-a24910334efd" providerId="ADAL" clId="{D4118C1D-83F6-4ABB-87CF-4A37B248D453}" dt="2025-11-30T20:45:42.445" v="1077" actId="27803"/>
          <ac:spMkLst>
            <pc:docMk/>
            <pc:sldMk cId="689920797" sldId="354"/>
            <ac:spMk id="32" creationId="{0AB2CE72-AC80-2995-BAAA-3485ACA727E9}"/>
          </ac:spMkLst>
        </pc:spChg>
        <pc:spChg chg="mod">
          <ac:chgData name="Jack Vranicar" userId="34849f40-65eb-44a6-b17b-a24910334efd" providerId="ADAL" clId="{D4118C1D-83F6-4ABB-87CF-4A37B248D453}" dt="2025-11-30T20:46:27.917" v="1094" actId="27803"/>
          <ac:spMkLst>
            <pc:docMk/>
            <pc:sldMk cId="689920797" sldId="354"/>
            <ac:spMk id="36" creationId="{05E75EB7-57A8-6BBD-FDD8-341FE7FE109F}"/>
          </ac:spMkLst>
        </pc:spChg>
        <pc:spChg chg="mod">
          <ac:chgData name="Jack Vranicar" userId="34849f40-65eb-44a6-b17b-a24910334efd" providerId="ADAL" clId="{D4118C1D-83F6-4ABB-87CF-4A37B248D453}" dt="2025-11-30T20:46:27.917" v="1094" actId="27803"/>
          <ac:spMkLst>
            <pc:docMk/>
            <pc:sldMk cId="689920797" sldId="354"/>
            <ac:spMk id="37" creationId="{38208B77-B95A-DF51-7416-7E7DC8D2470A}"/>
          </ac:spMkLst>
        </pc:spChg>
        <pc:spChg chg="mod">
          <ac:chgData name="Jack Vranicar" userId="34849f40-65eb-44a6-b17b-a24910334efd" providerId="ADAL" clId="{D4118C1D-83F6-4ABB-87CF-4A37B248D453}" dt="2025-11-30T20:46:27.917" v="1094" actId="27803"/>
          <ac:spMkLst>
            <pc:docMk/>
            <pc:sldMk cId="689920797" sldId="354"/>
            <ac:spMk id="38" creationId="{AE07AD8F-32F0-DCC9-A14E-638198634AC6}"/>
          </ac:spMkLst>
        </pc:spChg>
        <pc:spChg chg="mod">
          <ac:chgData name="Jack Vranicar" userId="34849f40-65eb-44a6-b17b-a24910334efd" providerId="ADAL" clId="{D4118C1D-83F6-4ABB-87CF-4A37B248D453}" dt="2025-11-30T20:46:27.917" v="1094" actId="27803"/>
          <ac:spMkLst>
            <pc:docMk/>
            <pc:sldMk cId="689920797" sldId="354"/>
            <ac:spMk id="39" creationId="{02A7D4BC-41FA-853C-7D27-EE5B72212F51}"/>
          </ac:spMkLst>
        </pc:spChg>
        <pc:spChg chg="mod">
          <ac:chgData name="Jack Vranicar" userId="34849f40-65eb-44a6-b17b-a24910334efd" providerId="ADAL" clId="{D4118C1D-83F6-4ABB-87CF-4A37B248D453}" dt="2025-11-30T20:46:27.917" v="1094" actId="27803"/>
          <ac:spMkLst>
            <pc:docMk/>
            <pc:sldMk cId="689920797" sldId="354"/>
            <ac:spMk id="40" creationId="{FDDEA4AD-599D-F288-0BC8-7BCB85C4403E}"/>
          </ac:spMkLst>
        </pc:spChg>
        <pc:spChg chg="add del mod">
          <ac:chgData name="Jack Vranicar" userId="34849f40-65eb-44a6-b17b-a24910334efd" providerId="ADAL" clId="{D4118C1D-83F6-4ABB-87CF-4A37B248D453}" dt="2025-11-30T20:47:18.889" v="1113" actId="478"/>
          <ac:spMkLst>
            <pc:docMk/>
            <pc:sldMk cId="689920797" sldId="354"/>
            <ac:spMk id="41" creationId="{178CD854-3167-DA3A-7B97-008CC18CF6DE}"/>
          </ac:spMkLst>
        </pc:spChg>
        <pc:spChg chg="add mod ord">
          <ac:chgData name="Jack Vranicar" userId="34849f40-65eb-44a6-b17b-a24910334efd" providerId="ADAL" clId="{D4118C1D-83F6-4ABB-87CF-4A37B248D453}" dt="2025-11-30T20:49:01.756" v="1134" actId="1582"/>
          <ac:spMkLst>
            <pc:docMk/>
            <pc:sldMk cId="689920797" sldId="354"/>
            <ac:spMk id="42" creationId="{4D77FDB6-FD12-DECD-B92E-23856476265D}"/>
          </ac:spMkLst>
        </pc:spChg>
        <pc:spChg chg="mod">
          <ac:chgData name="Jack Vranicar" userId="34849f40-65eb-44a6-b17b-a24910334efd" providerId="ADAL" clId="{D4118C1D-83F6-4ABB-87CF-4A37B248D453}" dt="2025-11-30T20:50:46.622" v="1148" actId="207"/>
          <ac:spMkLst>
            <pc:docMk/>
            <pc:sldMk cId="689920797" sldId="354"/>
            <ac:spMk id="44" creationId="{13235A3D-6B65-EB3C-CEA6-B79A656B7F98}"/>
          </ac:spMkLst>
        </pc:spChg>
        <pc:spChg chg="mod">
          <ac:chgData name="Jack Vranicar" userId="34849f40-65eb-44a6-b17b-a24910334efd" providerId="ADAL" clId="{D4118C1D-83F6-4ABB-87CF-4A37B248D453}" dt="2025-11-30T20:49:19.058" v="1135" actId="27803"/>
          <ac:spMkLst>
            <pc:docMk/>
            <pc:sldMk cId="689920797" sldId="354"/>
            <ac:spMk id="45" creationId="{0231E860-5A64-905C-4D3B-9F886462AD1F}"/>
          </ac:spMkLst>
        </pc:spChg>
        <pc:spChg chg="mod">
          <ac:chgData name="Jack Vranicar" userId="34849f40-65eb-44a6-b17b-a24910334efd" providerId="ADAL" clId="{D4118C1D-83F6-4ABB-87CF-4A37B248D453}" dt="2025-11-30T20:50:21.887" v="1145" actId="207"/>
          <ac:spMkLst>
            <pc:docMk/>
            <pc:sldMk cId="689920797" sldId="354"/>
            <ac:spMk id="46" creationId="{C2D83534-821B-37FC-C13D-04CF69E1E791}"/>
          </ac:spMkLst>
        </pc:spChg>
        <pc:spChg chg="mod">
          <ac:chgData name="Jack Vranicar" userId="34849f40-65eb-44a6-b17b-a24910334efd" providerId="ADAL" clId="{D4118C1D-83F6-4ABB-87CF-4A37B248D453}" dt="2025-11-30T20:49:19.058" v="1135" actId="27803"/>
          <ac:spMkLst>
            <pc:docMk/>
            <pc:sldMk cId="689920797" sldId="354"/>
            <ac:spMk id="47" creationId="{3F71D1FC-8CC4-00F4-3B89-2A84A39C40A8}"/>
          </ac:spMkLst>
        </pc:spChg>
        <pc:spChg chg="mod">
          <ac:chgData name="Jack Vranicar" userId="34849f40-65eb-44a6-b17b-a24910334efd" providerId="ADAL" clId="{D4118C1D-83F6-4ABB-87CF-4A37B248D453}" dt="2025-11-30T20:50:33.807" v="1147" actId="207"/>
          <ac:spMkLst>
            <pc:docMk/>
            <pc:sldMk cId="689920797" sldId="354"/>
            <ac:spMk id="48" creationId="{3BD7F251-284A-FBD9-A90E-32FA1909F45E}"/>
          </ac:spMkLst>
        </pc:spChg>
        <pc:spChg chg="add del">
          <ac:chgData name="Jack Vranicar" userId="34849f40-65eb-44a6-b17b-a24910334efd" providerId="ADAL" clId="{D4118C1D-83F6-4ABB-87CF-4A37B248D453}" dt="2025-11-30T20:49:37.790" v="1137" actId="22"/>
          <ac:spMkLst>
            <pc:docMk/>
            <pc:sldMk cId="689920797" sldId="354"/>
            <ac:spMk id="50" creationId="{4FCAC668-0C63-185E-8581-72DE33398904}"/>
          </ac:spMkLst>
        </pc:spChg>
        <pc:grpChg chg="mod">
          <ac:chgData name="Jack Vranicar" userId="34849f40-65eb-44a6-b17b-a24910334efd" providerId="ADAL" clId="{D4118C1D-83F6-4ABB-87CF-4A37B248D453}" dt="2025-11-30T20:44:54.988" v="1064" actId="27803"/>
          <ac:grpSpMkLst>
            <pc:docMk/>
            <pc:sldMk cId="689920797" sldId="354"/>
            <ac:grpSpMk id="21" creationId="{BC20EB6D-DEED-C574-31F7-B62A73A38475}"/>
          </ac:grpSpMkLst>
        </pc:grpChg>
        <pc:grpChg chg="mod">
          <ac:chgData name="Jack Vranicar" userId="34849f40-65eb-44a6-b17b-a24910334efd" providerId="ADAL" clId="{D4118C1D-83F6-4ABB-87CF-4A37B248D453}" dt="2025-11-30T20:45:38.149" v="1075" actId="1076"/>
          <ac:grpSpMkLst>
            <pc:docMk/>
            <pc:sldMk cId="689920797" sldId="354"/>
            <ac:grpSpMk id="25" creationId="{DEC012F8-29CB-8927-CD81-B9174A6D54DA}"/>
          </ac:grpSpMkLst>
        </pc:grpChg>
        <pc:grpChg chg="mod">
          <ac:chgData name="Jack Vranicar" userId="34849f40-65eb-44a6-b17b-a24910334efd" providerId="ADAL" clId="{D4118C1D-83F6-4ABB-87CF-4A37B248D453}" dt="2025-11-30T20:46:05.210" v="1085" actId="1076"/>
          <ac:grpSpMkLst>
            <pc:docMk/>
            <pc:sldMk cId="689920797" sldId="354"/>
            <ac:grpSpMk id="29" creationId="{ADCD127E-49D4-7256-4B32-4BF9AB813B75}"/>
          </ac:grpSpMkLst>
        </pc:grpChg>
        <pc:grpChg chg="add del mod">
          <ac:chgData name="Jack Vranicar" userId="34849f40-65eb-44a6-b17b-a24910334efd" providerId="ADAL" clId="{D4118C1D-83F6-4ABB-87CF-4A37B248D453}" dt="2025-11-30T20:46:27.917" v="1094" actId="27803"/>
          <ac:grpSpMkLst>
            <pc:docMk/>
            <pc:sldMk cId="689920797" sldId="354"/>
            <ac:grpSpMk id="35" creationId="{87451826-CBB3-1C04-131A-861EFC2A37C2}"/>
          </ac:grpSpMkLst>
        </pc:grpChg>
        <pc:grpChg chg="del mod">
          <ac:chgData name="Jack Vranicar" userId="34849f40-65eb-44a6-b17b-a24910334efd" providerId="ADAL" clId="{D4118C1D-83F6-4ABB-87CF-4A37B248D453}" dt="2025-11-30T20:49:19.058" v="1135" actId="27803"/>
          <ac:grpSpMkLst>
            <pc:docMk/>
            <pc:sldMk cId="689920797" sldId="354"/>
            <ac:grpSpMk id="43" creationId="{61BE2192-3661-A920-C407-C677DFA5DC20}"/>
          </ac:grpSpMkLst>
        </pc:grpChg>
        <pc:picChg chg="add mod">
          <ac:chgData name="Jack Vranicar" userId="34849f40-65eb-44a6-b17b-a24910334efd" providerId="ADAL" clId="{D4118C1D-83F6-4ABB-87CF-4A37B248D453}" dt="2025-11-30T20:46:50.525" v="1107" actId="1076"/>
          <ac:picMkLst>
            <pc:docMk/>
            <pc:sldMk cId="689920797" sldId="354"/>
            <ac:picMk id="8" creationId="{E66B6272-94E2-8B74-7806-FDA8D32E924F}"/>
          </ac:picMkLst>
        </pc:picChg>
        <pc:picChg chg="add mod">
          <ac:chgData name="Jack Vranicar" userId="34849f40-65eb-44a6-b17b-a24910334efd" providerId="ADAL" clId="{D4118C1D-83F6-4ABB-87CF-4A37B248D453}" dt="2025-11-30T20:46:53.300" v="1109" actId="1076"/>
          <ac:picMkLst>
            <pc:docMk/>
            <pc:sldMk cId="689920797" sldId="354"/>
            <ac:picMk id="10" creationId="{D086C6F6-8AED-BAC6-CA80-6F29EE8475D1}"/>
          </ac:picMkLst>
        </pc:picChg>
        <pc:picChg chg="add mod">
          <ac:chgData name="Jack Vranicar" userId="34849f40-65eb-44a6-b17b-a24910334efd" providerId="ADAL" clId="{D4118C1D-83F6-4ABB-87CF-4A37B248D453}" dt="2025-11-30T20:46:51.842" v="1108" actId="1076"/>
          <ac:picMkLst>
            <pc:docMk/>
            <pc:sldMk cId="689920797" sldId="354"/>
            <ac:picMk id="12" creationId="{81A3740A-6D0C-13E0-6A74-243018982913}"/>
          </ac:picMkLst>
        </pc:picChg>
        <pc:picChg chg="add mod">
          <ac:chgData name="Jack Vranicar" userId="34849f40-65eb-44a6-b17b-a24910334efd" providerId="ADAL" clId="{D4118C1D-83F6-4ABB-87CF-4A37B248D453}" dt="2025-11-30T20:48:20.287" v="1130" actId="1076"/>
          <ac:picMkLst>
            <pc:docMk/>
            <pc:sldMk cId="689920797" sldId="354"/>
            <ac:picMk id="14" creationId="{FDA4ECF6-777D-2661-280C-A009AE0A05C8}"/>
          </ac:picMkLst>
        </pc:picChg>
        <pc:picChg chg="add mod">
          <ac:chgData name="Jack Vranicar" userId="34849f40-65eb-44a6-b17b-a24910334efd" providerId="ADAL" clId="{D4118C1D-83F6-4ABB-87CF-4A37B248D453}" dt="2025-11-30T20:48:19.289" v="1129" actId="1076"/>
          <ac:picMkLst>
            <pc:docMk/>
            <pc:sldMk cId="689920797" sldId="354"/>
            <ac:picMk id="16" creationId="{F14AD775-38CB-2BFF-D465-3003A6FC8BBF}"/>
          </ac:picMkLst>
        </pc:picChg>
        <pc:picChg chg="add del mod">
          <ac:chgData name="Jack Vranicar" userId="34849f40-65eb-44a6-b17b-a24910334efd" providerId="ADAL" clId="{D4118C1D-83F6-4ABB-87CF-4A37B248D453}" dt="2025-11-30T20:46:40.040" v="1100" actId="478"/>
          <ac:picMkLst>
            <pc:docMk/>
            <pc:sldMk cId="689920797" sldId="354"/>
            <ac:picMk id="18" creationId="{38F82A55-F51D-8300-1307-52B4D9311598}"/>
          </ac:picMkLst>
        </pc:picChg>
        <pc:picChg chg="add del mod">
          <ac:chgData name="Jack Vranicar" userId="34849f40-65eb-44a6-b17b-a24910334efd" providerId="ADAL" clId="{D4118C1D-83F6-4ABB-87CF-4A37B248D453}" dt="2025-11-30T20:46:06.456" v="1088" actId="1076"/>
          <ac:picMkLst>
            <pc:docMk/>
            <pc:sldMk cId="689920797" sldId="354"/>
            <ac:picMk id="20" creationId="{88457059-C422-D392-D2F0-A9A37AE1A0C9}"/>
          </ac:picMkLst>
        </pc:picChg>
        <pc:picChg chg="add del mod">
          <ac:chgData name="Jack Vranicar" userId="34849f40-65eb-44a6-b17b-a24910334efd" providerId="ADAL" clId="{D4118C1D-83F6-4ABB-87CF-4A37B248D453}" dt="2025-11-30T20:49:19.058" v="1135" actId="27803"/>
          <ac:picMkLst>
            <pc:docMk/>
            <pc:sldMk cId="689920797" sldId="354"/>
            <ac:picMk id="34" creationId="{124F2371-2A14-00CB-E3E7-6ACD9E6A261C}"/>
          </ac:picMkLst>
        </pc:picChg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964261178" sldId="355"/>
        </pc:sldMkLst>
      </pc:sldChg>
      <pc:sldChg chg="modSp add del mod">
        <pc:chgData name="Jack Vranicar" userId="34849f40-65eb-44a6-b17b-a24910334efd" providerId="ADAL" clId="{D4118C1D-83F6-4ABB-87CF-4A37B248D453}" dt="2025-11-30T20:51:01.153" v="1150" actId="47"/>
        <pc:sldMkLst>
          <pc:docMk/>
          <pc:sldMk cId="2508685006" sldId="355"/>
        </pc:sldMkLst>
        <pc:spChg chg="mod">
          <ac:chgData name="Jack Vranicar" userId="34849f40-65eb-44a6-b17b-a24910334efd" providerId="ADAL" clId="{D4118C1D-83F6-4ABB-87CF-4A37B248D453}" dt="2025-11-30T20:50:10.367" v="1144" actId="1076"/>
          <ac:spMkLst>
            <pc:docMk/>
            <pc:sldMk cId="2508685006" sldId="355"/>
            <ac:spMk id="44" creationId="{865BCD94-5E81-6226-0F74-B3170949A33B}"/>
          </ac:spMkLst>
        </pc:spChg>
        <pc:spChg chg="mod ord">
          <ac:chgData name="Jack Vranicar" userId="34849f40-65eb-44a6-b17b-a24910334efd" providerId="ADAL" clId="{D4118C1D-83F6-4ABB-87CF-4A37B248D453}" dt="2025-11-30T20:50:01.163" v="1142" actId="166"/>
          <ac:spMkLst>
            <pc:docMk/>
            <pc:sldMk cId="2508685006" sldId="355"/>
            <ac:spMk id="46" creationId="{80089B97-AE9D-59F5-1000-AF7A556E3E35}"/>
          </ac:spMkLst>
        </pc:spChg>
        <pc:spChg chg="mod">
          <ac:chgData name="Jack Vranicar" userId="34849f40-65eb-44a6-b17b-a24910334efd" providerId="ADAL" clId="{D4118C1D-83F6-4ABB-87CF-4A37B248D453}" dt="2025-11-30T20:50:08.358" v="1143" actId="1076"/>
          <ac:spMkLst>
            <pc:docMk/>
            <pc:sldMk cId="2508685006" sldId="355"/>
            <ac:spMk id="48" creationId="{349326A5-A204-6D2D-BD57-27C645E4A83C}"/>
          </ac:spMkLst>
        </pc:spChg>
      </pc:sldChg>
      <pc:sldChg chg="addSp modSp add mod addAnim delAnim modAnim">
        <pc:chgData name="Jack Vranicar" userId="34849f40-65eb-44a6-b17b-a24910334efd" providerId="ADAL" clId="{D4118C1D-83F6-4ABB-87CF-4A37B248D453}" dt="2025-11-30T20:58:03.052" v="1222"/>
        <pc:sldMkLst>
          <pc:docMk/>
          <pc:sldMk cId="1001260146" sldId="356"/>
        </pc:sldMkLst>
        <pc:spChg chg="add mod">
          <ac:chgData name="Jack Vranicar" userId="34849f40-65eb-44a6-b17b-a24910334efd" providerId="ADAL" clId="{D4118C1D-83F6-4ABB-87CF-4A37B248D453}" dt="2025-11-30T20:55:38.047" v="1214" actId="1076"/>
          <ac:spMkLst>
            <pc:docMk/>
            <pc:sldMk cId="1001260146" sldId="356"/>
            <ac:spMk id="2" creationId="{61674111-9E74-ED30-9D80-C75D9BEB8B19}"/>
          </ac:spMkLst>
        </pc:spChg>
        <pc:spChg chg="mod">
          <ac:chgData name="Jack Vranicar" userId="34849f40-65eb-44a6-b17b-a24910334efd" providerId="ADAL" clId="{D4118C1D-83F6-4ABB-87CF-4A37B248D453}" dt="2025-11-30T20:52:03.992" v="1165" actId="1076"/>
          <ac:spMkLst>
            <pc:docMk/>
            <pc:sldMk cId="1001260146" sldId="356"/>
            <ac:spMk id="5" creationId="{0AC5548C-B930-916D-3D80-D643F24D7FCC}"/>
          </ac:spMkLst>
        </pc:spChg>
        <pc:spChg chg="mod ord">
          <ac:chgData name="Jack Vranicar" userId="34849f40-65eb-44a6-b17b-a24910334efd" providerId="ADAL" clId="{D4118C1D-83F6-4ABB-87CF-4A37B248D453}" dt="2025-11-30T20:53:48.110" v="1188" actId="1076"/>
          <ac:spMkLst>
            <pc:docMk/>
            <pc:sldMk cId="1001260146" sldId="356"/>
            <ac:spMk id="42" creationId="{7AA779E1-B5D2-ED26-925F-3668613E517C}"/>
          </ac:spMkLst>
        </pc:spChg>
        <pc:spChg chg="mod ord">
          <ac:chgData name="Jack Vranicar" userId="34849f40-65eb-44a6-b17b-a24910334efd" providerId="ADAL" clId="{D4118C1D-83F6-4ABB-87CF-4A37B248D453}" dt="2025-11-30T20:52:47.006" v="1176" actId="1076"/>
          <ac:spMkLst>
            <pc:docMk/>
            <pc:sldMk cId="1001260146" sldId="356"/>
            <ac:spMk id="44" creationId="{64DD3A31-79E7-D6F6-37F2-D4C41843F2D3}"/>
          </ac:spMkLst>
        </pc:spChg>
        <pc:spChg chg="mod">
          <ac:chgData name="Jack Vranicar" userId="34849f40-65eb-44a6-b17b-a24910334efd" providerId="ADAL" clId="{D4118C1D-83F6-4ABB-87CF-4A37B248D453}" dt="2025-11-30T20:51:17.358" v="1156" actId="1076"/>
          <ac:spMkLst>
            <pc:docMk/>
            <pc:sldMk cId="1001260146" sldId="356"/>
            <ac:spMk id="46" creationId="{CEAB3DE7-933E-B90F-653E-A7E8326B58D8}"/>
          </ac:spMkLst>
        </pc:spChg>
        <pc:spChg chg="mod">
          <ac:chgData name="Jack Vranicar" userId="34849f40-65eb-44a6-b17b-a24910334efd" providerId="ADAL" clId="{D4118C1D-83F6-4ABB-87CF-4A37B248D453}" dt="2025-11-30T20:51:39.481" v="1163" actId="1076"/>
          <ac:spMkLst>
            <pc:docMk/>
            <pc:sldMk cId="1001260146" sldId="356"/>
            <ac:spMk id="48" creationId="{D4343286-A429-F365-A1D1-8B78BA143220}"/>
          </ac:spMkLst>
        </pc:spChg>
        <pc:picChg chg="mod ord">
          <ac:chgData name="Jack Vranicar" userId="34849f40-65eb-44a6-b17b-a24910334efd" providerId="ADAL" clId="{D4118C1D-83F6-4ABB-87CF-4A37B248D453}" dt="2025-11-30T20:53:23.030" v="1182" actId="166"/>
          <ac:picMkLst>
            <pc:docMk/>
            <pc:sldMk cId="1001260146" sldId="356"/>
            <ac:picMk id="14" creationId="{DDA39AF8-7BE7-B7BA-AEFB-F4985964BA5C}"/>
          </ac:picMkLst>
        </pc:picChg>
        <pc:picChg chg="mod ord">
          <ac:chgData name="Jack Vranicar" userId="34849f40-65eb-44a6-b17b-a24910334efd" providerId="ADAL" clId="{D4118C1D-83F6-4ABB-87CF-4A37B248D453}" dt="2025-11-30T20:52:50.702" v="1177" actId="1076"/>
          <ac:picMkLst>
            <pc:docMk/>
            <pc:sldMk cId="1001260146" sldId="356"/>
            <ac:picMk id="16" creationId="{BDF5F0BA-1A06-B7AA-59D4-925F55C2A1D0}"/>
          </ac:picMkLst>
        </pc:picChg>
      </pc:sldChg>
      <pc:sldChg chg="delSp modSp add mod delAnim">
        <pc:chgData name="Jack Vranicar" userId="34849f40-65eb-44a6-b17b-a24910334efd" providerId="ADAL" clId="{D4118C1D-83F6-4ABB-87CF-4A37B248D453}" dt="2025-11-30T20:59:35.115" v="1243" actId="1076"/>
        <pc:sldMkLst>
          <pc:docMk/>
          <pc:sldMk cId="898941481" sldId="357"/>
        </pc:sldMkLst>
        <pc:spChg chg="del">
          <ac:chgData name="Jack Vranicar" userId="34849f40-65eb-44a6-b17b-a24910334efd" providerId="ADAL" clId="{D4118C1D-83F6-4ABB-87CF-4A37B248D453}" dt="2025-11-30T20:59:17.236" v="1238" actId="478"/>
          <ac:spMkLst>
            <pc:docMk/>
            <pc:sldMk cId="898941481" sldId="357"/>
            <ac:spMk id="2" creationId="{6B85B346-F868-BB28-E893-304D80597F95}"/>
          </ac:spMkLst>
        </pc:spChg>
        <pc:spChg chg="mod">
          <ac:chgData name="Jack Vranicar" userId="34849f40-65eb-44a6-b17b-a24910334efd" providerId="ADAL" clId="{D4118C1D-83F6-4ABB-87CF-4A37B248D453}" dt="2025-11-30T20:59:31.605" v="1242" actId="1076"/>
          <ac:spMkLst>
            <pc:docMk/>
            <pc:sldMk cId="898941481" sldId="357"/>
            <ac:spMk id="44" creationId="{DF0B6793-AED5-0693-F966-91FC3FCA0F24}"/>
          </ac:spMkLst>
        </pc:spChg>
        <pc:spChg chg="mod">
          <ac:chgData name="Jack Vranicar" userId="34849f40-65eb-44a6-b17b-a24910334efd" providerId="ADAL" clId="{D4118C1D-83F6-4ABB-87CF-4A37B248D453}" dt="2025-11-30T20:59:16.259" v="1237" actId="1076"/>
          <ac:spMkLst>
            <pc:docMk/>
            <pc:sldMk cId="898941481" sldId="357"/>
            <ac:spMk id="46" creationId="{181AE26A-738C-58E8-581F-D5C16796E7E4}"/>
          </ac:spMkLst>
        </pc:spChg>
        <pc:spChg chg="mod">
          <ac:chgData name="Jack Vranicar" userId="34849f40-65eb-44a6-b17b-a24910334efd" providerId="ADAL" clId="{D4118C1D-83F6-4ABB-87CF-4A37B248D453}" dt="2025-11-30T20:59:22.749" v="1239" actId="1076"/>
          <ac:spMkLst>
            <pc:docMk/>
            <pc:sldMk cId="898941481" sldId="357"/>
            <ac:spMk id="48" creationId="{9062E39C-DCE8-F8AE-2ADF-E68BCDB4942E}"/>
          </ac:spMkLst>
        </pc:spChg>
        <pc:picChg chg="mod">
          <ac:chgData name="Jack Vranicar" userId="34849f40-65eb-44a6-b17b-a24910334efd" providerId="ADAL" clId="{D4118C1D-83F6-4ABB-87CF-4A37B248D453}" dt="2025-11-30T20:59:35.115" v="1243" actId="1076"/>
          <ac:picMkLst>
            <pc:docMk/>
            <pc:sldMk cId="898941481" sldId="357"/>
            <ac:picMk id="8" creationId="{D657E4D0-6556-7B87-0744-A2D6EF89233A}"/>
          </ac:picMkLst>
        </pc:picChg>
        <pc:picChg chg="del">
          <ac:chgData name="Jack Vranicar" userId="34849f40-65eb-44a6-b17b-a24910334efd" providerId="ADAL" clId="{D4118C1D-83F6-4ABB-87CF-4A37B248D453}" dt="2025-11-30T20:58:58.198" v="1230" actId="478"/>
          <ac:picMkLst>
            <pc:docMk/>
            <pc:sldMk cId="898941481" sldId="357"/>
            <ac:picMk id="14" creationId="{A4A90451-57BF-D8BF-F795-2A3646096DAE}"/>
          </ac:picMkLst>
        </pc:picChg>
        <pc:picChg chg="del">
          <ac:chgData name="Jack Vranicar" userId="34849f40-65eb-44a6-b17b-a24910334efd" providerId="ADAL" clId="{D4118C1D-83F6-4ABB-87CF-4A37B248D453}" dt="2025-11-30T20:58:55.735" v="1229" actId="478"/>
          <ac:picMkLst>
            <pc:docMk/>
            <pc:sldMk cId="898941481" sldId="357"/>
            <ac:picMk id="16" creationId="{B0ACFF13-F560-A8A5-CA68-B3476FBFEA01}"/>
          </ac:picMkLst>
        </pc:picChg>
      </pc:sldChg>
      <pc:sldChg chg="add del">
        <pc:chgData name="Jack Vranicar" userId="34849f40-65eb-44a6-b17b-a24910334efd" providerId="ADAL" clId="{D4118C1D-83F6-4ABB-87CF-4A37B248D453}" dt="2025-11-30T20:58:30.463" v="1224" actId="47"/>
        <pc:sldMkLst>
          <pc:docMk/>
          <pc:sldMk cId="1595721869" sldId="357"/>
        </pc:sldMkLst>
      </pc:sldChg>
      <pc:sldChg chg="addSp modSp add mod modAnim">
        <pc:chgData name="Jack Vranicar" userId="34849f40-65eb-44a6-b17b-a24910334efd" providerId="ADAL" clId="{D4118C1D-83F6-4ABB-87CF-4A37B248D453}" dt="2025-11-30T21:01:08.002" v="1292" actId="20577"/>
        <pc:sldMkLst>
          <pc:docMk/>
          <pc:sldMk cId="3965403914" sldId="358"/>
        </pc:sldMkLst>
        <pc:spChg chg="add mod">
          <ac:chgData name="Jack Vranicar" userId="34849f40-65eb-44a6-b17b-a24910334efd" providerId="ADAL" clId="{D4118C1D-83F6-4ABB-87CF-4A37B248D453}" dt="2025-11-30T21:01:08.002" v="1292" actId="20577"/>
          <ac:spMkLst>
            <pc:docMk/>
            <pc:sldMk cId="3965403914" sldId="358"/>
            <ac:spMk id="2" creationId="{19BAB549-1DB9-41C5-98B2-413B1E36C507}"/>
          </ac:spMkLst>
        </pc:spChg>
        <pc:spChg chg="mod">
          <ac:chgData name="Jack Vranicar" userId="34849f40-65eb-44a6-b17b-a24910334efd" providerId="ADAL" clId="{D4118C1D-83F6-4ABB-87CF-4A37B248D453}" dt="2025-11-30T21:00:08.679" v="1248" actId="1076"/>
          <ac:spMkLst>
            <pc:docMk/>
            <pc:sldMk cId="3965403914" sldId="358"/>
            <ac:spMk id="44" creationId="{35BCAB3E-1403-A31E-5769-62571586E19E}"/>
          </ac:spMkLst>
        </pc:spChg>
        <pc:spChg chg="mod">
          <ac:chgData name="Jack Vranicar" userId="34849f40-65eb-44a6-b17b-a24910334efd" providerId="ADAL" clId="{D4118C1D-83F6-4ABB-87CF-4A37B248D453}" dt="2025-11-30T21:00:04.065" v="1246" actId="1076"/>
          <ac:spMkLst>
            <pc:docMk/>
            <pc:sldMk cId="3965403914" sldId="358"/>
            <ac:spMk id="46" creationId="{C59B6FBE-22D2-EC1B-5D81-E0A0108F511E}"/>
          </ac:spMkLst>
        </pc:spChg>
        <pc:spChg chg="mod">
          <ac:chgData name="Jack Vranicar" userId="34849f40-65eb-44a6-b17b-a24910334efd" providerId="ADAL" clId="{D4118C1D-83F6-4ABB-87CF-4A37B248D453}" dt="2025-11-30T21:00:06.469" v="1247" actId="1076"/>
          <ac:spMkLst>
            <pc:docMk/>
            <pc:sldMk cId="3965403914" sldId="358"/>
            <ac:spMk id="48" creationId="{2BE44109-E0CA-F77D-021A-6E47F765C094}"/>
          </ac:spMkLst>
        </pc:spChg>
      </pc:sldChg>
      <pc:sldChg chg="addSp delSp modSp new mod addAnim delAnim modAnim">
        <pc:chgData name="Jack Vranicar" userId="34849f40-65eb-44a6-b17b-a24910334efd" providerId="ADAL" clId="{D4118C1D-83F6-4ABB-87CF-4A37B248D453}" dt="2025-11-30T21:26:11.681" v="1682" actId="20577"/>
        <pc:sldMkLst>
          <pc:docMk/>
          <pc:sldMk cId="3998134728" sldId="359"/>
        </pc:sldMkLst>
        <pc:spChg chg="del">
          <ac:chgData name="Jack Vranicar" userId="34849f40-65eb-44a6-b17b-a24910334efd" providerId="ADAL" clId="{D4118C1D-83F6-4ABB-87CF-4A37B248D453}" dt="2025-11-30T21:02:21.231" v="1345" actId="478"/>
          <ac:spMkLst>
            <pc:docMk/>
            <pc:sldMk cId="3998134728" sldId="359"/>
            <ac:spMk id="2" creationId="{23B58714-B489-39CD-7555-DB0D34C5EA02}"/>
          </ac:spMkLst>
        </pc:spChg>
        <pc:spChg chg="mod">
          <ac:chgData name="Jack Vranicar" userId="34849f40-65eb-44a6-b17b-a24910334efd" providerId="ADAL" clId="{D4118C1D-83F6-4ABB-87CF-4A37B248D453}" dt="2025-11-30T21:02:01.460" v="1344" actId="20577"/>
          <ac:spMkLst>
            <pc:docMk/>
            <pc:sldMk cId="3998134728" sldId="359"/>
            <ac:spMk id="5" creationId="{22B33457-97BC-4EC2-6BAB-DE4676194778}"/>
          </ac:spMkLst>
        </pc:spChg>
        <pc:spChg chg="mod">
          <ac:chgData name="Jack Vranicar" userId="34849f40-65eb-44a6-b17b-a24910334efd" providerId="ADAL" clId="{D4118C1D-83F6-4ABB-87CF-4A37B248D453}" dt="2025-11-30T21:26:11.681" v="1682" actId="20577"/>
          <ac:spMkLst>
            <pc:docMk/>
            <pc:sldMk cId="3998134728" sldId="359"/>
            <ac:spMk id="6" creationId="{EABD50CD-D43C-86B4-95E4-FB84A5AFB5F4}"/>
          </ac:spMkLst>
        </pc:spChg>
        <pc:spChg chg="add mod">
          <ac:chgData name="Jack Vranicar" userId="34849f40-65eb-44a6-b17b-a24910334efd" providerId="ADAL" clId="{D4118C1D-83F6-4ABB-87CF-4A37B248D453}" dt="2025-11-30T21:04:46.001" v="1387" actId="1076"/>
          <ac:spMkLst>
            <pc:docMk/>
            <pc:sldMk cId="3998134728" sldId="359"/>
            <ac:spMk id="7" creationId="{D49492B0-FB17-29ED-1E01-90EABBBF2A5C}"/>
          </ac:spMkLst>
        </pc:spChg>
        <pc:spChg chg="add del">
          <ac:chgData name="Jack Vranicar" userId="34849f40-65eb-44a6-b17b-a24910334efd" providerId="ADAL" clId="{D4118C1D-83F6-4ABB-87CF-4A37B248D453}" dt="2025-11-30T21:03:26.369" v="1361" actId="478"/>
          <ac:spMkLst>
            <pc:docMk/>
            <pc:sldMk cId="3998134728" sldId="359"/>
            <ac:spMk id="8" creationId="{5D1CCE4A-2FB2-F2B5-78B6-E0A4CA5D0A42}"/>
          </ac:spMkLst>
        </pc:spChg>
        <pc:spChg chg="add del">
          <ac:chgData name="Jack Vranicar" userId="34849f40-65eb-44a6-b17b-a24910334efd" providerId="ADAL" clId="{D4118C1D-83F6-4ABB-87CF-4A37B248D453}" dt="2025-11-30T21:03:14.266" v="1359" actId="11529"/>
          <ac:spMkLst>
            <pc:docMk/>
            <pc:sldMk cId="3998134728" sldId="359"/>
            <ac:spMk id="9" creationId="{E8403BF7-0352-CDCF-0E1C-AB69956F3E8D}"/>
          </ac:spMkLst>
        </pc:spChg>
        <pc:spChg chg="add mod">
          <ac:chgData name="Jack Vranicar" userId="34849f40-65eb-44a6-b17b-a24910334efd" providerId="ADAL" clId="{D4118C1D-83F6-4ABB-87CF-4A37B248D453}" dt="2025-11-30T21:03:29.502" v="1362" actId="1076"/>
          <ac:spMkLst>
            <pc:docMk/>
            <pc:sldMk cId="3998134728" sldId="359"/>
            <ac:spMk id="10" creationId="{025BA761-4E34-4764-EA78-27E1779C4325}"/>
          </ac:spMkLst>
        </pc:spChg>
        <pc:spChg chg="add del mod">
          <ac:chgData name="Jack Vranicar" userId="34849f40-65eb-44a6-b17b-a24910334efd" providerId="ADAL" clId="{D4118C1D-83F6-4ABB-87CF-4A37B248D453}" dt="2025-11-30T21:08:03.083" v="1401" actId="478"/>
          <ac:spMkLst>
            <pc:docMk/>
            <pc:sldMk cId="3998134728" sldId="359"/>
            <ac:spMk id="11" creationId="{8C2ED8C3-94AA-BD0C-D918-55B8E044139E}"/>
          </ac:spMkLst>
        </pc:spChg>
        <pc:spChg chg="add mod">
          <ac:chgData name="Jack Vranicar" userId="34849f40-65eb-44a6-b17b-a24910334efd" providerId="ADAL" clId="{D4118C1D-83F6-4ABB-87CF-4A37B248D453}" dt="2025-11-30T21:11:59.380" v="1438" actId="1076"/>
          <ac:spMkLst>
            <pc:docMk/>
            <pc:sldMk cId="3998134728" sldId="359"/>
            <ac:spMk id="12" creationId="{ACC48D48-6495-98EC-9857-B4CFC5CDE4AB}"/>
          </ac:spMkLst>
        </pc:spChg>
        <pc:spChg chg="add mod">
          <ac:chgData name="Jack Vranicar" userId="34849f40-65eb-44a6-b17b-a24910334efd" providerId="ADAL" clId="{D4118C1D-83F6-4ABB-87CF-4A37B248D453}" dt="2025-11-30T21:12:06.003" v="1440" actId="1076"/>
          <ac:spMkLst>
            <pc:docMk/>
            <pc:sldMk cId="3998134728" sldId="359"/>
            <ac:spMk id="13" creationId="{7F7AEB09-8C49-B087-98E6-A6A53BC4E3ED}"/>
          </ac:spMkLst>
        </pc:spChg>
        <pc:spChg chg="add mod">
          <ac:chgData name="Jack Vranicar" userId="34849f40-65eb-44a6-b17b-a24910334efd" providerId="ADAL" clId="{D4118C1D-83F6-4ABB-87CF-4A37B248D453}" dt="2025-11-30T21:07:24.742" v="1396" actId="207"/>
          <ac:spMkLst>
            <pc:docMk/>
            <pc:sldMk cId="3998134728" sldId="359"/>
            <ac:spMk id="14" creationId="{855F8019-4F2C-C5DE-F623-64F03F4B1DA6}"/>
          </ac:spMkLst>
        </pc:spChg>
        <pc:spChg chg="mod">
          <ac:chgData name="Jack Vranicar" userId="34849f40-65eb-44a6-b17b-a24910334efd" providerId="ADAL" clId="{D4118C1D-83F6-4ABB-87CF-4A37B248D453}" dt="2025-11-30T21:08:00.418" v="1399"/>
          <ac:spMkLst>
            <pc:docMk/>
            <pc:sldMk cId="3998134728" sldId="359"/>
            <ac:spMk id="17" creationId="{29D9DCC5-2564-7B25-43C8-DE10020BBE2D}"/>
          </ac:spMkLst>
        </pc:spChg>
        <pc:spChg chg="mod">
          <ac:chgData name="Jack Vranicar" userId="34849f40-65eb-44a6-b17b-a24910334efd" providerId="ADAL" clId="{D4118C1D-83F6-4ABB-87CF-4A37B248D453}" dt="2025-11-30T21:08:00.418" v="1399"/>
          <ac:spMkLst>
            <pc:docMk/>
            <pc:sldMk cId="3998134728" sldId="359"/>
            <ac:spMk id="18" creationId="{B62D130F-590E-9B8A-2E48-4C71DD79BD9E}"/>
          </ac:spMkLst>
        </pc:spChg>
        <pc:grpChg chg="add mod">
          <ac:chgData name="Jack Vranicar" userId="34849f40-65eb-44a6-b17b-a24910334efd" providerId="ADAL" clId="{D4118C1D-83F6-4ABB-87CF-4A37B248D453}" dt="2025-11-30T21:07:16.015" v="1395" actId="164"/>
          <ac:grpSpMkLst>
            <pc:docMk/>
            <pc:sldMk cId="3998134728" sldId="359"/>
            <ac:grpSpMk id="15" creationId="{269F445F-AA41-B903-854D-03B8411AC31B}"/>
          </ac:grpSpMkLst>
        </pc:grpChg>
        <pc:grpChg chg="add mod">
          <ac:chgData name="Jack Vranicar" userId="34849f40-65eb-44a6-b17b-a24910334efd" providerId="ADAL" clId="{D4118C1D-83F6-4ABB-87CF-4A37B248D453}" dt="2025-11-30T21:12:02.265" v="1439" actId="1076"/>
          <ac:grpSpMkLst>
            <pc:docMk/>
            <pc:sldMk cId="3998134728" sldId="359"/>
            <ac:grpSpMk id="16" creationId="{D5D64243-4D64-6B58-25E0-F4D61A4F7D79}"/>
          </ac:grpSpMkLst>
        </pc:grpChg>
      </pc:sldChg>
      <pc:sldChg chg="addSp delSp modSp new mod modAnim">
        <pc:chgData name="Jack Vranicar" userId="34849f40-65eb-44a6-b17b-a24910334efd" providerId="ADAL" clId="{D4118C1D-83F6-4ABB-87CF-4A37B248D453}" dt="2025-11-30T21:26:08.069" v="1676" actId="20577"/>
        <pc:sldMkLst>
          <pc:docMk/>
          <pc:sldMk cId="1690295380" sldId="360"/>
        </pc:sldMkLst>
        <pc:spChg chg="del">
          <ac:chgData name="Jack Vranicar" userId="34849f40-65eb-44a6-b17b-a24910334efd" providerId="ADAL" clId="{D4118C1D-83F6-4ABB-87CF-4A37B248D453}" dt="2025-11-30T21:13:12.917" v="1478" actId="478"/>
          <ac:spMkLst>
            <pc:docMk/>
            <pc:sldMk cId="1690295380" sldId="360"/>
            <ac:spMk id="2" creationId="{26C28B1C-E2C8-F629-076A-93CBB1582993}"/>
          </ac:spMkLst>
        </pc:spChg>
        <pc:spChg chg="mod">
          <ac:chgData name="Jack Vranicar" userId="34849f40-65eb-44a6-b17b-a24910334efd" providerId="ADAL" clId="{D4118C1D-83F6-4ABB-87CF-4A37B248D453}" dt="2025-11-30T21:12:57.743" v="1476" actId="20577"/>
          <ac:spMkLst>
            <pc:docMk/>
            <pc:sldMk cId="1690295380" sldId="360"/>
            <ac:spMk id="5" creationId="{76F2D31B-BC49-4067-07B2-2EE132C92BD9}"/>
          </ac:spMkLst>
        </pc:spChg>
        <pc:spChg chg="mod">
          <ac:chgData name="Jack Vranicar" userId="34849f40-65eb-44a6-b17b-a24910334efd" providerId="ADAL" clId="{D4118C1D-83F6-4ABB-87CF-4A37B248D453}" dt="2025-11-30T21:26:08.069" v="1676" actId="20577"/>
          <ac:spMkLst>
            <pc:docMk/>
            <pc:sldMk cId="1690295380" sldId="360"/>
            <ac:spMk id="6" creationId="{A80584D1-ECD7-5A99-BBDB-56EF53F99AFE}"/>
          </ac:spMkLst>
        </pc:spChg>
        <pc:spChg chg="add 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7" creationId="{B749C34C-5FB9-7646-6FE3-579D46D679A3}"/>
          </ac:spMkLst>
        </pc:spChg>
        <pc:spChg chg="add 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8" creationId="{B956EDF7-F86C-2177-272C-D743E51A812B}"/>
          </ac:spMkLst>
        </pc:spChg>
        <pc:spChg chg="add 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9" creationId="{52BF2B3E-95C1-2C55-4E89-4A264223C719}"/>
          </ac:spMkLst>
        </pc:spChg>
        <pc:spChg chg="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11" creationId="{478A18FA-5E82-2800-FCD1-8115BFC9FDB7}"/>
          </ac:spMkLst>
        </pc:spChg>
        <pc:spChg chg="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12" creationId="{AF92279E-209E-0159-8419-040FD8442614}"/>
          </ac:spMkLst>
        </pc:spChg>
        <pc:spChg chg="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14" creationId="{967CBE68-C844-271A-7DE1-FCB4FB01B2FC}"/>
          </ac:spMkLst>
        </pc:spChg>
        <pc:spChg chg="mod">
          <ac:chgData name="Jack Vranicar" userId="34849f40-65eb-44a6-b17b-a24910334efd" providerId="ADAL" clId="{D4118C1D-83F6-4ABB-87CF-4A37B248D453}" dt="2025-11-30T21:13:09.467" v="1477"/>
          <ac:spMkLst>
            <pc:docMk/>
            <pc:sldMk cId="1690295380" sldId="360"/>
            <ac:spMk id="15" creationId="{BACD9D0F-2C94-DD34-B033-583F964A2529}"/>
          </ac:spMkLst>
        </pc:spChg>
        <pc:spChg chg="add mod">
          <ac:chgData name="Jack Vranicar" userId="34849f40-65eb-44a6-b17b-a24910334efd" providerId="ADAL" clId="{D4118C1D-83F6-4ABB-87CF-4A37B248D453}" dt="2025-11-30T21:13:53.763" v="1486" actId="1582"/>
          <ac:spMkLst>
            <pc:docMk/>
            <pc:sldMk cId="1690295380" sldId="360"/>
            <ac:spMk id="16" creationId="{6F2990FA-512F-E6EE-DDB4-47561B799011}"/>
          </ac:spMkLst>
        </pc:spChg>
        <pc:grpChg chg="add mod">
          <ac:chgData name="Jack Vranicar" userId="34849f40-65eb-44a6-b17b-a24910334efd" providerId="ADAL" clId="{D4118C1D-83F6-4ABB-87CF-4A37B248D453}" dt="2025-11-30T21:13:09.467" v="1477"/>
          <ac:grpSpMkLst>
            <pc:docMk/>
            <pc:sldMk cId="1690295380" sldId="360"/>
            <ac:grpSpMk id="10" creationId="{30D5B5CE-6D68-86AE-001B-F463D33B7572}"/>
          </ac:grpSpMkLst>
        </pc:grpChg>
        <pc:grpChg chg="add mod">
          <ac:chgData name="Jack Vranicar" userId="34849f40-65eb-44a6-b17b-a24910334efd" providerId="ADAL" clId="{D4118C1D-83F6-4ABB-87CF-4A37B248D453}" dt="2025-11-30T21:13:09.467" v="1477"/>
          <ac:grpSpMkLst>
            <pc:docMk/>
            <pc:sldMk cId="1690295380" sldId="360"/>
            <ac:grpSpMk id="13" creationId="{7199EFAA-E82B-9C70-1769-EBBFB2AE5C48}"/>
          </ac:grpSpMkLst>
        </pc:grpChg>
      </pc:sldChg>
      <pc:sldChg chg="addSp delSp modSp add mod">
        <pc:chgData name="Jack Vranicar" userId="34849f40-65eb-44a6-b17b-a24910334efd" providerId="ADAL" clId="{D4118C1D-83F6-4ABB-87CF-4A37B248D453}" dt="2025-11-30T21:26:04.405" v="1670" actId="20577"/>
        <pc:sldMkLst>
          <pc:docMk/>
          <pc:sldMk cId="276831598" sldId="361"/>
        </pc:sldMkLst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2" creationId="{7BB196EE-CA81-CB86-F501-9DB0645EEFAC}"/>
          </ac:spMkLst>
        </pc:spChg>
        <pc:spChg chg="mod">
          <ac:chgData name="Jack Vranicar" userId="34849f40-65eb-44a6-b17b-a24910334efd" providerId="ADAL" clId="{D4118C1D-83F6-4ABB-87CF-4A37B248D453}" dt="2025-11-30T21:18:13.957" v="1524"/>
          <ac:spMkLst>
            <pc:docMk/>
            <pc:sldMk cId="276831598" sldId="361"/>
            <ac:spMk id="3" creationId="{4B803DAD-D1A7-184E-4408-D40D8CC2A69C}"/>
          </ac:spMkLst>
        </pc:spChg>
        <pc:spChg chg="mod">
          <ac:chgData name="Jack Vranicar" userId="34849f40-65eb-44a6-b17b-a24910334efd" providerId="ADAL" clId="{D4118C1D-83F6-4ABB-87CF-4A37B248D453}" dt="2025-11-30T21:26:04.405" v="1670" actId="20577"/>
          <ac:spMkLst>
            <pc:docMk/>
            <pc:sldMk cId="276831598" sldId="361"/>
            <ac:spMk id="6" creationId="{35F5DDFC-9947-59B8-6584-F424F65AA3B2}"/>
          </ac:spMkLst>
        </pc:spChg>
        <pc:spChg chg="del mod">
          <ac:chgData name="Jack Vranicar" userId="34849f40-65eb-44a6-b17b-a24910334efd" providerId="ADAL" clId="{D4118C1D-83F6-4ABB-87CF-4A37B248D453}" dt="2025-11-30T21:14:14.882" v="1491" actId="478"/>
          <ac:spMkLst>
            <pc:docMk/>
            <pc:sldMk cId="276831598" sldId="361"/>
            <ac:spMk id="7" creationId="{0202112A-E805-D719-8B38-2383494243EC}"/>
          </ac:spMkLst>
        </pc:spChg>
        <pc:spChg chg="del">
          <ac:chgData name="Jack Vranicar" userId="34849f40-65eb-44a6-b17b-a24910334efd" providerId="ADAL" clId="{D4118C1D-83F6-4ABB-87CF-4A37B248D453}" dt="2025-11-30T21:14:13.069" v="1489" actId="478"/>
          <ac:spMkLst>
            <pc:docMk/>
            <pc:sldMk cId="276831598" sldId="361"/>
            <ac:spMk id="8" creationId="{3A437FC5-8322-7431-826C-5F2C051CD23F}"/>
          </ac:spMkLst>
        </pc:spChg>
        <pc:spChg chg="del mod">
          <ac:chgData name="Jack Vranicar" userId="34849f40-65eb-44a6-b17b-a24910334efd" providerId="ADAL" clId="{D4118C1D-83F6-4ABB-87CF-4A37B248D453}" dt="2025-11-30T21:15:11.715" v="1507" actId="478"/>
          <ac:spMkLst>
            <pc:docMk/>
            <pc:sldMk cId="276831598" sldId="361"/>
            <ac:spMk id="9" creationId="{AD46DD0E-B032-2888-95C5-D34484369646}"/>
          </ac:spMkLst>
        </pc:spChg>
        <pc:spChg chg="del mod">
          <ac:chgData name="Jack Vranicar" userId="34849f40-65eb-44a6-b17b-a24910334efd" providerId="ADAL" clId="{D4118C1D-83F6-4ABB-87CF-4A37B248D453}" dt="2025-11-30T21:23:36.399" v="1602" actId="478"/>
          <ac:spMkLst>
            <pc:docMk/>
            <pc:sldMk cId="276831598" sldId="361"/>
            <ac:spMk id="16" creationId="{E9CBB391-D7A3-B882-5F93-A7C77B7839D7}"/>
          </ac:spMkLst>
        </pc:spChg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17" creationId="{FFA4AA08-0662-9F12-DD13-57C4733888AC}"/>
          </ac:spMkLst>
        </pc:spChg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18" creationId="{070CEE79-F9FD-455E-1482-6FB0FCE5A8BD}"/>
          </ac:spMkLst>
        </pc:spChg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19" creationId="{4C4D8BE6-BCDC-EC09-BA72-A9F398299AB9}"/>
          </ac:spMkLst>
        </pc:spChg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20" creationId="{31736119-91A2-8204-771B-71F31D475D10}"/>
          </ac:spMkLst>
        </pc:spChg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22" creationId="{75C52B1B-6D03-72A2-D0A7-BAFD3C39FCEA}"/>
          </ac:spMkLst>
        </pc:spChg>
        <pc:spChg chg="add mod">
          <ac:chgData name="Jack Vranicar" userId="34849f40-65eb-44a6-b17b-a24910334efd" providerId="ADAL" clId="{D4118C1D-83F6-4ABB-87CF-4A37B248D453}" dt="2025-11-30T21:23:42.570" v="1603" actId="1076"/>
          <ac:spMkLst>
            <pc:docMk/>
            <pc:sldMk cId="276831598" sldId="361"/>
            <ac:spMk id="23" creationId="{D9958930-77DF-7562-8E71-EEBBDD71EFE4}"/>
          </ac:spMkLst>
        </pc:spChg>
        <pc:spChg chg="add del mod">
          <ac:chgData name="Jack Vranicar" userId="34849f40-65eb-44a6-b17b-a24910334efd" providerId="ADAL" clId="{D4118C1D-83F6-4ABB-87CF-4A37B248D453}" dt="2025-11-30T21:23:20.601" v="1597" actId="478"/>
          <ac:spMkLst>
            <pc:docMk/>
            <pc:sldMk cId="276831598" sldId="361"/>
            <ac:spMk id="24" creationId="{7579057F-BCB5-13AA-D255-B7D0B63A7C7B}"/>
          </ac:spMkLst>
        </pc:spChg>
        <pc:spChg chg="add del mod">
          <ac:chgData name="Jack Vranicar" userId="34849f40-65eb-44a6-b17b-a24910334efd" providerId="ADAL" clId="{D4118C1D-83F6-4ABB-87CF-4A37B248D453}" dt="2025-11-30T21:23:21.729" v="1598" actId="478"/>
          <ac:spMkLst>
            <pc:docMk/>
            <pc:sldMk cId="276831598" sldId="361"/>
            <ac:spMk id="25" creationId="{03349B22-5991-5C17-F018-C9514E5EF18B}"/>
          </ac:spMkLst>
        </pc:spChg>
        <pc:spChg chg="add del mod">
          <ac:chgData name="Jack Vranicar" userId="34849f40-65eb-44a6-b17b-a24910334efd" providerId="ADAL" clId="{D4118C1D-83F6-4ABB-87CF-4A37B248D453}" dt="2025-11-30T21:23:19.606" v="1596" actId="478"/>
          <ac:spMkLst>
            <pc:docMk/>
            <pc:sldMk cId="276831598" sldId="361"/>
            <ac:spMk id="26" creationId="{BC0B9D91-BCFC-9262-6156-D72232CF2AB6}"/>
          </ac:spMkLst>
        </pc:spChg>
        <pc:spChg chg="add del mod">
          <ac:chgData name="Jack Vranicar" userId="34849f40-65eb-44a6-b17b-a24910334efd" providerId="ADAL" clId="{D4118C1D-83F6-4ABB-87CF-4A37B248D453}" dt="2025-11-30T21:23:16.428" v="1594" actId="478"/>
          <ac:spMkLst>
            <pc:docMk/>
            <pc:sldMk cId="276831598" sldId="361"/>
            <ac:spMk id="27" creationId="{B850A77A-7BA2-05D2-5275-50907146E0F5}"/>
          </ac:spMkLst>
        </pc:spChg>
        <pc:spChg chg="add del mod">
          <ac:chgData name="Jack Vranicar" userId="34849f40-65eb-44a6-b17b-a24910334efd" providerId="ADAL" clId="{D4118C1D-83F6-4ABB-87CF-4A37B248D453}" dt="2025-11-30T21:23:58.781" v="1607" actId="478"/>
          <ac:spMkLst>
            <pc:docMk/>
            <pc:sldMk cId="276831598" sldId="361"/>
            <ac:spMk id="28" creationId="{FE440EE3-0286-86C1-FB9D-CC1B23D327A5}"/>
          </ac:spMkLst>
        </pc:spChg>
        <pc:spChg chg="add mod">
          <ac:chgData name="Jack Vranicar" userId="34849f40-65eb-44a6-b17b-a24910334efd" providerId="ADAL" clId="{D4118C1D-83F6-4ABB-87CF-4A37B248D453}" dt="2025-11-30T21:25:20.021" v="1653" actId="122"/>
          <ac:spMkLst>
            <pc:docMk/>
            <pc:sldMk cId="276831598" sldId="361"/>
            <ac:spMk id="31" creationId="{B0774362-2733-004A-B385-147DDCB2A027}"/>
          </ac:spMkLst>
        </pc:spChg>
        <pc:spChg chg="add mod">
          <ac:chgData name="Jack Vranicar" userId="34849f40-65eb-44a6-b17b-a24910334efd" providerId="ADAL" clId="{D4118C1D-83F6-4ABB-87CF-4A37B248D453}" dt="2025-11-30T21:25:45.314" v="1656" actId="1076"/>
          <ac:spMkLst>
            <pc:docMk/>
            <pc:sldMk cId="276831598" sldId="361"/>
            <ac:spMk id="3077" creationId="{32C918FE-D728-0B1B-4D9D-52E99DACE087}"/>
          </ac:spMkLst>
        </pc:spChg>
        <pc:grpChg chg="del">
          <ac:chgData name="Jack Vranicar" userId="34849f40-65eb-44a6-b17b-a24910334efd" providerId="ADAL" clId="{D4118C1D-83F6-4ABB-87CF-4A37B248D453}" dt="2025-11-30T21:14:15.381" v="1492" actId="478"/>
          <ac:grpSpMkLst>
            <pc:docMk/>
            <pc:sldMk cId="276831598" sldId="361"/>
            <ac:grpSpMk id="10" creationId="{26093FF1-EB61-5441-A636-21CCFEC6D56A}"/>
          </ac:grpSpMkLst>
        </pc:grpChg>
        <pc:grpChg chg="del">
          <ac:chgData name="Jack Vranicar" userId="34849f40-65eb-44a6-b17b-a24910334efd" providerId="ADAL" clId="{D4118C1D-83F6-4ABB-87CF-4A37B248D453}" dt="2025-11-30T21:14:12.036" v="1488" actId="478"/>
          <ac:grpSpMkLst>
            <pc:docMk/>
            <pc:sldMk cId="276831598" sldId="361"/>
            <ac:grpSpMk id="13" creationId="{E933DD7F-5B29-B2A2-1332-E706849CA7AA}"/>
          </ac:grpSpMkLst>
        </pc:grpChg>
        <pc:grpChg chg="add mod">
          <ac:chgData name="Jack Vranicar" userId="34849f40-65eb-44a6-b17b-a24910334efd" providerId="ADAL" clId="{D4118C1D-83F6-4ABB-87CF-4A37B248D453}" dt="2025-11-30T21:25:33.062" v="1654" actId="1076"/>
          <ac:grpSpMkLst>
            <pc:docMk/>
            <pc:sldMk cId="276831598" sldId="361"/>
            <ac:grpSpMk id="21" creationId="{62CB53FF-DBAE-F668-28B6-D5DE70A0F802}"/>
          </ac:grpSpMkLst>
        </pc:grpChg>
        <pc:picChg chg="add mod">
          <ac:chgData name="Jack Vranicar" userId="34849f40-65eb-44a6-b17b-a24910334efd" providerId="ADAL" clId="{D4118C1D-83F6-4ABB-87CF-4A37B248D453}" dt="2025-11-30T21:25:39.097" v="1655" actId="14100"/>
          <ac:picMkLst>
            <pc:docMk/>
            <pc:sldMk cId="276831598" sldId="361"/>
            <ac:picMk id="3074" creationId="{0E760106-B8D8-2C13-364B-858118FB0D99}"/>
          </ac:picMkLst>
        </pc:picChg>
        <pc:cxnChg chg="add mod">
          <ac:chgData name="Jack Vranicar" userId="34849f40-65eb-44a6-b17b-a24910334efd" providerId="ADAL" clId="{D4118C1D-83F6-4ABB-87CF-4A37B248D453}" dt="2025-11-30T21:25:14.399" v="1651" actId="1582"/>
          <ac:cxnSpMkLst>
            <pc:docMk/>
            <pc:sldMk cId="276831598" sldId="361"/>
            <ac:cxnSpMk id="30" creationId="{67844A5B-D616-B779-F2F7-1094316347E4}"/>
          </ac:cxnSpMkLst>
        </pc:cxnChg>
        <pc:cxnChg chg="add mod">
          <ac:chgData name="Jack Vranicar" userId="34849f40-65eb-44a6-b17b-a24910334efd" providerId="ADAL" clId="{D4118C1D-83F6-4ABB-87CF-4A37B248D453}" dt="2025-11-30T21:25:45.314" v="1656" actId="1076"/>
          <ac:cxnSpMkLst>
            <pc:docMk/>
            <pc:sldMk cId="276831598" sldId="361"/>
            <ac:cxnSpMk id="3076" creationId="{69FD119E-EDA0-4664-3EEA-AC08C88D1DBC}"/>
          </ac:cxnSpMkLst>
        </pc:cxnChg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793488475" sldId="36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70280643" sldId="36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825303996" sldId="36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24823578" sldId="36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207842689" sldId="37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123276385" sldId="37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864260746" sldId="37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446991139" sldId="37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446439644" sldId="38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347708228" sldId="38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903888734" sldId="38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03838276" sldId="38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11906196" sldId="38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363163602" sldId="38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41120693" sldId="39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631550889" sldId="39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189905556" sldId="39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85120596" sldId="39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820381055" sldId="39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62462151" sldId="39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746456514" sldId="39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86830716" sldId="39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662311359" sldId="39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093551213" sldId="40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204599799" sldId="40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923944761" sldId="40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268555064" sldId="40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155288249" sldId="40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953632103" sldId="40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66596988" sldId="40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420337501" sldId="40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552626627" sldId="40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70869759" sldId="40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017828590" sldId="41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255307576" sldId="41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15206426" sldId="41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483727455" sldId="41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806054369" sldId="41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844658103" sldId="41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491782876" sldId="41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278332707" sldId="42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149077486" sldId="42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89261971" sldId="42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817098108" sldId="42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668457830" sldId="42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010149426" sldId="42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362025096" sldId="42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417564352" sldId="43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625495307" sldId="43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392898009" sldId="43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062165953" sldId="43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062528963" sldId="43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676808698" sldId="43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959480420" sldId="43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715700267" sldId="440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512856405" sldId="44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785631115" sldId="44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262324488" sldId="447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4273771004" sldId="448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518131440" sldId="449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377819508" sldId="451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611551497" sldId="452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944930450" sldId="453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1944390152" sldId="454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2642374973" sldId="455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120309597" sldId="456"/>
        </pc:sldMkLst>
      </pc:sldChg>
      <pc:sldChg chg="del">
        <pc:chgData name="Jack Vranicar" userId="34849f40-65eb-44a6-b17b-a24910334efd" providerId="ADAL" clId="{D4118C1D-83F6-4ABB-87CF-4A37B248D453}" dt="2025-11-30T20:29:38.176" v="67" actId="47"/>
        <pc:sldMkLst>
          <pc:docMk/>
          <pc:sldMk cId="3691942544" sldId="4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D1768-8777-0D4D-8307-70FFA4DE0B8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CC1AB-48B7-0748-A812-2B7A531C5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CC1AB-48B7-0748-A812-2B7A531C56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6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outdoor&#10;&#10;Description automatically generated">
            <a:extLst>
              <a:ext uri="{FF2B5EF4-FFF2-40B4-BE49-F238E27FC236}">
                <a16:creationId xmlns:a16="http://schemas.microsoft.com/office/drawing/2014/main" id="{5D06152D-75ED-8E6F-1F8D-6737F0725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BC45BE-4900-8333-2CDD-A11C9D53F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258568"/>
            <a:ext cx="9144000" cy="768096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3FCBA-64CC-6055-4700-D1135C4FC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017520"/>
            <a:ext cx="9144000" cy="76809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400" b="1" kern="1200" dirty="0">
                <a:solidFill>
                  <a:schemeClr val="tx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3FA1C4-FD37-34E0-67A9-FEF500E7E4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4133231"/>
            <a:ext cx="9144000" cy="48463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Presenter’s Names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1F3E4ED-9242-4520-3FAB-3F0A09D964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6195393"/>
            <a:ext cx="9144000" cy="48463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010818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DAE8-907E-A5A5-087D-31AE0774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9753600" cy="434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DD2E-A1D4-5569-E9E6-1A70D8CD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873C-DBF7-4267-8E45-623E1526FD71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60C59-A422-191D-3E2C-488254E0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6501-7546-D313-8887-4EE3E994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FB70BDD-1524-3B93-7378-2C6BB704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9753600" cy="9602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2F60192E-0CFF-82FE-0161-2F2C9D7131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505634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25696-DFC9-B44E-9BB3-489CAC82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FB94-F6D9-4F95-AAAB-CA5DC4928993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14A23-BE5B-1B80-A421-7373F868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C4EDC-5151-C156-221F-32DFA5D5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FD19E6-ABE8-7539-6B80-9F4CFC38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3C1D5D38-41E9-0FE7-DEE3-FA1300195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58026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10644-3B8A-CF5C-DF60-733B80B0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B2B25-4C46-450F-9A77-2133EFC18ABC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A913D-4A29-B0E5-637A-2E70970D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D91DF-63D5-B388-6E46-E6DBF29D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resenter Name">
            <a:extLst>
              <a:ext uri="{FF2B5EF4-FFF2-40B4-BE49-F238E27FC236}">
                <a16:creationId xmlns:a16="http://schemas.microsoft.com/office/drawing/2014/main" id="{7E343F05-C89D-FDBA-51C8-F4F6A383D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32296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D9037-ADAB-8085-352B-DE66C3EA0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48005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4518B-56FB-8FD2-DA9E-5CE9126A8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1825625"/>
            <a:ext cx="480059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A4728-E11D-C599-779B-8695FED2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C6DE3-6513-4E4E-8BB2-D659B8561C1D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585BE-C022-C9DC-49C5-FFBFB6A3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49ED9-CDC5-E36A-55F4-5D15C6F8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69D1EE4-2F42-D665-568F-C40F6D2B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8FD128-C8BB-33CC-4916-27BBF51B48B2}"/>
              </a:ext>
            </a:extLst>
          </p:cNvPr>
          <p:cNvCxnSpPr>
            <a:cxnSpLocks/>
          </p:cNvCxnSpPr>
          <p:nvPr userDrawn="1"/>
        </p:nvCxnSpPr>
        <p:spPr>
          <a:xfrm>
            <a:off x="5333999" y="-3051208"/>
            <a:ext cx="0" cy="19346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resenter Name">
            <a:extLst>
              <a:ext uri="{FF2B5EF4-FFF2-40B4-BE49-F238E27FC236}">
                <a16:creationId xmlns:a16="http://schemas.microsoft.com/office/drawing/2014/main" id="{B5FE9C6D-076C-ADCC-E2DB-A378AD22D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818509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696F-0C7F-0B3E-DB59-5B4E1592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9753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18D8-C4F5-5C4F-5269-73F9EE5F2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9753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5D8B8-AACF-0881-CBBA-819314DB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3EF83-B79C-4740-BB26-B613C006384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61B15-8BBD-C67E-35C3-C8BB99FE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6B55-13F3-0D7F-F043-156EC143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BD6FF55C-ABDB-FD2C-B8E9-9631A6BBDA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456967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e-thi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1D92-62DF-FCFD-0644-D1C3790D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A78D7-EED6-2C67-6327-89C498FD8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F51CE-0386-1090-DE48-BAB23FBF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B8830-4250-A8EC-8BA2-F5301176E9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E974E3-D274-99AB-E3C6-285FDAC447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4228"/>
            <a:ext cx="3276600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E6C0C42-C56C-8FF5-CBF8-33C5F645AB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6201" y="1824228"/>
            <a:ext cx="6324599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resenter Name">
            <a:extLst>
              <a:ext uri="{FF2B5EF4-FFF2-40B4-BE49-F238E27FC236}">
                <a16:creationId xmlns:a16="http://schemas.microsoft.com/office/drawing/2014/main" id="{1C128E9A-0D87-EF17-F682-D0E81B571F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80493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-thi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D848-AA9B-8FB0-CADD-BCEA05A8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9B783-37ED-5ED6-BB35-17CC399A3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1BAE3-6BA1-679E-E99F-804B7E32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13E03-447D-2694-875C-4200B4FE772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F2BE2D1C-7663-B5FF-B650-9743B661F2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18950" y="1824228"/>
            <a:ext cx="3291850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0B837F9-BA2E-F663-E3AE-D491E45B19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24228"/>
            <a:ext cx="6324599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resenter Name">
            <a:extLst>
              <a:ext uri="{FF2B5EF4-FFF2-40B4-BE49-F238E27FC236}">
                <a16:creationId xmlns:a16="http://schemas.microsoft.com/office/drawing/2014/main" id="{CF44F5B7-81BB-2647-A79F-4394E91B2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17314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FC93A-3F03-E106-E668-634D6E315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7476"/>
            <a:ext cx="48005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48635-A747-9049-D322-D000DBF66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241389"/>
            <a:ext cx="4800599" cy="3930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E98FB-2462-90EB-83FC-1124D8E17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0199" y="1417476"/>
            <a:ext cx="48005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F2581-9EE0-E644-3F64-9852F78A2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0200" y="2241389"/>
            <a:ext cx="4800600" cy="3930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4A3B-496F-C30F-E4B0-A638A43C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C575-8DA6-4844-AF76-D9ECCAC32A65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6BDAE-1B75-89ED-F79F-65842E64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A787F-4EAB-22FE-C225-BD3656BE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6E0FE1D-91C0-49F2-1974-CF5B393F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9753600" cy="9602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23892DF6-05AB-95C4-5C78-3BE7F8FE41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344098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B6EE-B8CB-EF79-56B6-62DFEF2E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269017-91E3-2EF6-BA8B-FE416B05D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874AF-ACC0-7CD0-4BDE-EA509C0B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F3C53-54B3-9DB0-6839-1659E93C2CE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D459C7-F7F4-7C2F-6997-4409B59AF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19656"/>
            <a:ext cx="3090672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1DD5433-6BD2-3B9B-D1B2-7E3CC956D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88664" y="1819656"/>
            <a:ext cx="3090672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25A96447-AB53-DBB5-452A-1F4B6B8299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20128" y="1819656"/>
            <a:ext cx="3090672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resenter Name">
            <a:extLst>
              <a:ext uri="{FF2B5EF4-FFF2-40B4-BE49-F238E27FC236}">
                <a16:creationId xmlns:a16="http://schemas.microsoft.com/office/drawing/2014/main" id="{6DB7F08A-683F-4548-DEB7-13D0CC92F1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96788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8F9B-09F0-D890-6440-D6A1BA4E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0084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F8B97-3449-3918-FE7C-C5F080C10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987425"/>
            <a:ext cx="53340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8F1CE-D1F1-1AED-EDF7-5DBE75041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40084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C93DA-8445-5A3D-AEFF-443DAC2A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0B9FD-E4D6-4BE0-A075-053BAEEC076A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46A62-8878-AB07-2085-D1065AB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F296D-C488-453A-B738-559DBA8A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3BC81332-B1A6-E98F-2EE9-286E4CE4C2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500245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27EA-15CC-879B-24E2-2AADB42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0211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479FA-4720-492B-2D2F-A518B8682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89500" y="987425"/>
            <a:ext cx="53213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D77AA-38E0-35F1-037B-763BE984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40211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7D86D-496C-FB88-B581-447CC049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B5AC-1AAB-0D4C-B9D7-5C80179C703F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BB39D-96BE-9AC1-DB93-271D05DE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6CAE4-B16D-CFF2-1B3D-58CA3BCF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126E29B6-CEC9-A79C-9FA9-22EB02A9A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925119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 and 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F027-D0A6-A720-F95E-9777340D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B7D090-2395-49F0-C0DB-EB67384DE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8F93A-AB46-BE72-89C3-002440F4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93818-218C-D858-3DE4-CC8E5696A49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F9850F2-11EB-A8D6-4FBD-903F208B07C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28685" y="3349105"/>
            <a:ext cx="1374005" cy="20610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Sponsors Photo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06DB14B-466B-1B3B-B0CB-B7E1BA9F1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8621" y="5561992"/>
            <a:ext cx="2434133" cy="590931"/>
          </a:xfrm>
          <a:noFill/>
        </p:spPr>
        <p:txBody>
          <a:bodyPr wrap="square" rtlCol="0">
            <a:spAutoFit/>
          </a:bodyPr>
          <a:lstStyle>
            <a:lvl1pPr marL="0" indent="0" algn="ctr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Engineering mentor’s name and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10B71AFA-6ABE-842B-EAC7-ED430A4121DB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365311" y="3349105"/>
            <a:ext cx="1374005" cy="20610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Academic Advisors Photo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C6BC192-3831-9A2C-00F7-46F7AE215F9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05000" y="1825625"/>
            <a:ext cx="6858000" cy="13716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Sponsors Logo (note: either the place holder or the logo may need to be resized to accommodate the correct aspect ratio of the image.)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E5FDE59-4CAE-E818-F742-9003A041CB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35247" y="5561992"/>
            <a:ext cx="2434133" cy="590931"/>
          </a:xfrm>
          <a:noFill/>
        </p:spPr>
        <p:txBody>
          <a:bodyPr wrap="square" rtlCol="0">
            <a:spAutoFit/>
          </a:bodyPr>
          <a:lstStyle>
            <a:lvl1pPr marL="0" indent="0" algn="ctr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Academic advisor’s name and title</a:t>
            </a:r>
          </a:p>
        </p:txBody>
      </p:sp>
      <p:sp>
        <p:nvSpPr>
          <p:cNvPr id="13" name="Presenter Name">
            <a:extLst>
              <a:ext uri="{FF2B5EF4-FFF2-40B4-BE49-F238E27FC236}">
                <a16:creationId xmlns:a16="http://schemas.microsoft.com/office/drawing/2014/main" id="{B3453D58-0E5D-6C4F-2D78-F79CFCC584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086372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6421-1EA8-6FFD-002C-A5441771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104B2-10DD-0FC3-0CF1-C1713E658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7120C-4E88-293A-8A60-AA3189CB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4EC4C-6098-E881-FEF9-C299CA86EA8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DD74B378-47AE-CFC8-8B44-53A7881E583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527268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5BB5845A-176F-5A94-AFFF-224186297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7268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2283C25A-7D38-08EE-1E14-F6F76D017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14373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0F5B50D-030C-7D18-22BA-B59B2C7810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01477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095181CB-C5DC-8E38-2191-5300E34576B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414373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7F86C99-C74D-6162-C710-F1A01BEF8C52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7301477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2" name="Presenter Name">
            <a:extLst>
              <a:ext uri="{FF2B5EF4-FFF2-40B4-BE49-F238E27FC236}">
                <a16:creationId xmlns:a16="http://schemas.microsoft.com/office/drawing/2014/main" id="{6AC6CE87-C1B3-FB0A-FD78-7561158A79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951141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8C49-32DC-5879-59F0-4DEF5B41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6F93B1-289C-E068-ABEB-863D85EAD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E4546-57A2-6E4C-A948-BAE8837E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6CF1B-184A-324C-E66B-F6B84E7B6FB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4AA98D2-2688-D1EC-0CE1-5912A82F398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78042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5FDCD63-4E27-15F6-0826-E87354E360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042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DAF59BE3-EA02-D835-8707-C632E5A920D5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376409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7BE9F59-4002-5D7A-0158-C01D1418A2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76409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4 (alphabetically) and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2ACEBA3-FEF5-ACC1-D6DE-A0A0D0001D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0831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11ADDEB6-9750-F3B4-884E-7A0BB08E74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43620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8D45BABD-E61B-41CB-CBE9-D546C14E84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110831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6E2CD579-185A-CAA3-F204-43A998752FF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743620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4" name="Presenter Name">
            <a:extLst>
              <a:ext uri="{FF2B5EF4-FFF2-40B4-BE49-F238E27FC236}">
                <a16:creationId xmlns:a16="http://schemas.microsoft.com/office/drawing/2014/main" id="{F89AAD82-B333-07D9-DECD-6AE2DB68C6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207865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2BC3-FBF4-E67F-2BF0-DF278B5C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46B1F-8A17-8E63-6179-01C2E1941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B1E64-8B51-FF6D-38FF-350AF93A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A321E-4DD1-A817-2A13-E9925E883EB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F86F61D-E8A0-BB00-8FCB-E6E30186349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391" y="1837089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85C21A3-F892-A25F-0476-2E4FFEFB9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252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DCAC73E-EF4E-82A0-84F0-8B077075C205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839200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6BFCEA7-57A3-2503-0401-B5B12A0172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29400" y="51180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4 (alphabetically) and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EB089559-D497-A317-587B-8E262C4ED5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09800" y="51180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1B05148A-2FDA-1888-BAF6-51D82E8670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19600" y="46252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A230BAB8-5838-01FE-C5CB-1EAF5FB6BE7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2210843" y="23184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DDE9A1A-59D0-0550-F151-CB263FDFA693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420295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07FC7C4-AC88-60CB-92D8-AAFD710C4B01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629747" y="23184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9F9B7D0-384F-4E75-26FB-BF389502D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39200" y="46252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5 (alphabetically) and title</a:t>
            </a:r>
          </a:p>
        </p:txBody>
      </p:sp>
      <p:sp>
        <p:nvSpPr>
          <p:cNvPr id="16" name="Presenter Name">
            <a:extLst>
              <a:ext uri="{FF2B5EF4-FFF2-40B4-BE49-F238E27FC236}">
                <a16:creationId xmlns:a16="http://schemas.microsoft.com/office/drawing/2014/main" id="{583B2C2C-BBD3-F432-14A6-BE7EBBB8DC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608248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7397-DE64-4E43-A56C-D64244A5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D01E1-EEBA-40BC-75F1-37E764FD1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13A2A-6B0A-5A25-43E7-06CD41D9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6375B-9DA4-7017-D6EE-4A720C8DFE1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347988A-698F-A9E8-4244-034838A381C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01234" y="184855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D14CA49-F62A-FCF1-DDC0-2CD42EE606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06" y="4404703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97B0D1CB-0A64-8865-7BD5-678071D7A2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4973" y="51180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A1ECCDC-B7C6-0810-125F-49481ECA85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40" y="4404703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0ED42A04-D810-4EEF-C7DE-9BD61F16B49E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62815" y="256163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B161B1-5629-CF78-CD1F-40567FFC9CFE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24396" y="184855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8CDFDD4-9E0F-F5B1-209A-BAA52CA789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48707" y="5118097"/>
            <a:ext cx="1752368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4 (alphabetically) and title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3DF5CC5-279E-42C6-F0CC-571EA29D2AD7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385977" y="256163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F118CC-9352-D41E-0B89-403F4C033B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49142" y="4404703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5 (alphabetically) and title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A1773BB0-E6FA-18D3-1081-326BB84557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7147558" y="184855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FE5A66AD-8A4D-1731-9307-4EEB1B5EB17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26011" y="5115519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6 (alphabetically) and title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7C76B50-C986-F1A3-9F71-AB471803C0F4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909139" y="256163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8" name="Presenter Name">
            <a:extLst>
              <a:ext uri="{FF2B5EF4-FFF2-40B4-BE49-F238E27FC236}">
                <a16:creationId xmlns:a16="http://schemas.microsoft.com/office/drawing/2014/main" id="{FB816436-5804-24C4-535F-8CDEE493AB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42426602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013D-E11D-7D85-2803-940D40AB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6B227-77F6-F903-0433-52B497AC3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51C20-94ED-C52B-BF18-06E11E3A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8E08A-983D-44BD-BC77-5996E1FF84E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6604-7EC2-424F-7C3E-B15C4C91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17F3E-E38F-5697-08AC-235D4285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resenter Name">
            <a:extLst>
              <a:ext uri="{FF2B5EF4-FFF2-40B4-BE49-F238E27FC236}">
                <a16:creationId xmlns:a16="http://schemas.microsoft.com/office/drawing/2014/main" id="{A3E7A66D-F3D9-F006-70C1-9C50D415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310761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75DA2-3130-79FA-8AA3-AB7D711B5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43900" y="457199"/>
            <a:ext cx="1866900" cy="5719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D9BD8-6388-290A-CAA1-5902B1FDD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199"/>
            <a:ext cx="77343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E0C36-4F2A-8C8D-B2E2-7DF93EAA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5DCD-D3B6-45A9-BAD9-0920F2B89E9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37C9-56F0-7646-B3AD-016D8BA5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FFF56-17AE-C3B9-4F61-EAB405AD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resenter Name">
            <a:extLst>
              <a:ext uri="{FF2B5EF4-FFF2-40B4-BE49-F238E27FC236}">
                <a16:creationId xmlns:a16="http://schemas.microsoft.com/office/drawing/2014/main" id="{8C5B693B-CD2B-5288-63E4-957E635264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2091347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outdoor&#10;&#10;Description automatically generated">
            <a:extLst>
              <a:ext uri="{FF2B5EF4-FFF2-40B4-BE49-F238E27FC236}">
                <a16:creationId xmlns:a16="http://schemas.microsoft.com/office/drawing/2014/main" id="{5D06152D-75ED-8E6F-1F8D-6737F0725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BC45BE-4900-8333-2CDD-A11C9D53F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258568"/>
            <a:ext cx="9144000" cy="768096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3FCBA-64CC-6055-4700-D1135C4FC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017520"/>
            <a:ext cx="9144000" cy="76809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400" b="1" kern="1200" dirty="0">
                <a:solidFill>
                  <a:schemeClr val="tx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3FA1C4-FD37-34E0-67A9-FEF500E7E4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4105656"/>
            <a:ext cx="9144000" cy="48463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Presenter’s Names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5CDEA02-D13D-C661-8E6E-5342A22A84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6195393"/>
            <a:ext cx="9144000" cy="48463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460611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DAE8-907E-A5A5-087D-31AE0774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9753600" cy="4346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DD2E-A1D4-5569-E9E6-1A70D8CD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873C-DBF7-4267-8E45-623E1526FD71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60C59-A422-191D-3E2C-488254E0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6501-7546-D313-8887-4EE3E994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FB70BDD-1524-3B93-7378-2C6BB704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9753600" cy="9602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resenter Name">
            <a:extLst>
              <a:ext uri="{FF2B5EF4-FFF2-40B4-BE49-F238E27FC236}">
                <a16:creationId xmlns:a16="http://schemas.microsoft.com/office/drawing/2014/main" id="{E068B445-62F7-020E-8E78-00A0DD533C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744789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25696-DFC9-B44E-9BB3-489CAC82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FB94-F6D9-4F95-AAAB-CA5DC4928993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14A23-BE5B-1B80-A421-7373F868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C4EDC-5151-C156-221F-32DFA5D5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FD19E6-ABE8-7539-6B80-9F4CFC38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75E6D3E0-F71B-3837-0297-195FEBFDBE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67732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10644-3B8A-CF5C-DF60-733B80B0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B2B25-4C46-450F-9A77-2133EFC18ABC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A913D-4A29-B0E5-637A-2E70970D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D91DF-63D5-B388-6E46-E6DBF29D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resenter Name">
            <a:extLst>
              <a:ext uri="{FF2B5EF4-FFF2-40B4-BE49-F238E27FC236}">
                <a16:creationId xmlns:a16="http://schemas.microsoft.com/office/drawing/2014/main" id="{CC7D0EC4-1087-0CD0-8822-EF3E561C11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880258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D9037-ADAB-8085-352B-DE66C3EA0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964" y="1825625"/>
            <a:ext cx="478883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4518B-56FB-8FD2-DA9E-5CE9126A8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199" y="1825625"/>
            <a:ext cx="478883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A4728-E11D-C599-779B-8695FED2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C6DE3-6513-4E4E-8BB2-D659B8561C1D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585BE-C022-C9DC-49C5-FFBFB6A3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49ED9-CDC5-E36A-55F4-5D15C6F8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69D1EE4-2F42-D665-568F-C40F6D2B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8FD128-C8BB-33CC-4916-27BBF51B48B2}"/>
              </a:ext>
            </a:extLst>
          </p:cNvPr>
          <p:cNvCxnSpPr>
            <a:cxnSpLocks/>
          </p:cNvCxnSpPr>
          <p:nvPr userDrawn="1"/>
        </p:nvCxnSpPr>
        <p:spPr>
          <a:xfrm>
            <a:off x="5333999" y="-3051208"/>
            <a:ext cx="0" cy="19346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resenter Name">
            <a:extLst>
              <a:ext uri="{FF2B5EF4-FFF2-40B4-BE49-F238E27FC236}">
                <a16:creationId xmlns:a16="http://schemas.microsoft.com/office/drawing/2014/main" id="{8A5F1819-D085-21B6-9BC0-0DB17F7206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503071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696F-0C7F-0B3E-DB59-5B4E1592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9753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18D8-C4F5-5C4F-5269-73F9EE5F2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9753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5D8B8-AACF-0881-CBBA-819314DB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3EF83-B79C-4740-BB26-B613C006384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61B15-8BBD-C67E-35C3-C8BB99FE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6B55-13F3-0D7F-F043-156EC143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CDF65D12-631C-5C4B-92EB-7048969F87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923894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e-thi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1D92-62DF-FCFD-0644-D1C3790D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A78D7-EED6-2C67-6327-89C498FD8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F51CE-0386-1090-DE48-BAB23FBF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B8830-4250-A8EC-8BA2-F5301176E9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E974E3-D274-99AB-E3C6-285FDAC447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8964" y="1824228"/>
            <a:ext cx="3264836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E6C0C42-C56C-8FF5-CBF8-33C5F645AB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6201" y="1824228"/>
            <a:ext cx="6324599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resenter Name">
            <a:extLst>
              <a:ext uri="{FF2B5EF4-FFF2-40B4-BE49-F238E27FC236}">
                <a16:creationId xmlns:a16="http://schemas.microsoft.com/office/drawing/2014/main" id="{4BA6152E-DDF6-270F-5492-DC7220824F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986248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-thi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D848-AA9B-8FB0-CADD-BCEA05A8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9B783-37ED-5ED6-BB35-17CC399A3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1BAE3-6BA1-679E-E99F-804B7E32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13E03-447D-2694-875C-4200B4FE772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F2BE2D1C-7663-B5FF-B650-9743B661F2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18950" y="1824228"/>
            <a:ext cx="3291850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0B837F9-BA2E-F663-E3AE-D491E45B19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24228"/>
            <a:ext cx="6324599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resenter Name">
            <a:extLst>
              <a:ext uri="{FF2B5EF4-FFF2-40B4-BE49-F238E27FC236}">
                <a16:creationId xmlns:a16="http://schemas.microsoft.com/office/drawing/2014/main" id="{6A065E9D-A3BA-91A5-269B-D00958B605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2705611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FC93A-3F03-E106-E668-634D6E315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7476"/>
            <a:ext cx="48005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48635-A747-9049-D322-D000DBF66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241389"/>
            <a:ext cx="4800600" cy="3930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E98FB-2462-90EB-83FC-1124D8E17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0200" y="1417476"/>
            <a:ext cx="480059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F2581-9EE0-E644-3F64-9852F78A2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0200" y="2241389"/>
            <a:ext cx="4800600" cy="3930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4A3B-496F-C30F-E4B0-A638A43C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C575-8DA6-4844-AF76-D9ECCAC32A65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6BDAE-1B75-89ED-F79F-65842E64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A787F-4EAB-22FE-C225-BD3656BE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6E0FE1D-91C0-49F2-1974-CF5B393F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9753600" cy="9602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resenter Name">
            <a:extLst>
              <a:ext uri="{FF2B5EF4-FFF2-40B4-BE49-F238E27FC236}">
                <a16:creationId xmlns:a16="http://schemas.microsoft.com/office/drawing/2014/main" id="{A52A38BB-FE7F-5291-11BD-85A67C6A9E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611756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B6EE-B8CB-EF79-56B6-62DFEF2E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269017-91E3-2EF6-BA8B-FE416B05D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874AF-ACC0-7CD0-4BDE-EA509C0B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F3C53-54B3-9DB0-6839-1659E93C2CE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D459C7-F7F4-7C2F-6997-4409B59AF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8964" y="1819656"/>
            <a:ext cx="3090672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1DD5433-6BD2-3B9B-D1B2-7E3CC956D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88664" y="1819656"/>
            <a:ext cx="3090672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25A96447-AB53-DBB5-452A-1F4B6B8299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08364" y="1819656"/>
            <a:ext cx="3090672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resenter Name">
            <a:extLst>
              <a:ext uri="{FF2B5EF4-FFF2-40B4-BE49-F238E27FC236}">
                <a16:creationId xmlns:a16="http://schemas.microsoft.com/office/drawing/2014/main" id="{C75DB425-F972-2636-F254-F6FC079B85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083589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8F9B-09F0-D890-6440-D6A1BA4E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0084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F8B97-3449-3918-FE7C-C5F080C10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987425"/>
            <a:ext cx="53340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8F1CE-D1F1-1AED-EDF7-5DBE75041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40084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C93DA-8445-5A3D-AEFF-443DAC2A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0B9FD-E4D6-4BE0-A075-053BAEEC076A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46A62-8878-AB07-2085-D1065AB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F296D-C488-453A-B738-559DBA8A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A9F02577-6ADB-DBD1-737F-8655073AD3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6387952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27EA-15CC-879B-24E2-2AADB42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0211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479FA-4720-492B-2D2F-A518B8682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89500" y="987425"/>
            <a:ext cx="53213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D77AA-38E0-35F1-037B-763BE984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40211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7D86D-496C-FB88-B581-447CC049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B5AC-1AAB-0D4C-B9D7-5C80179C703F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BB39D-96BE-9AC1-DB93-271D05DE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6CAE4-B16D-CFF2-1B3D-58CA3BCF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resenter Name">
            <a:extLst>
              <a:ext uri="{FF2B5EF4-FFF2-40B4-BE49-F238E27FC236}">
                <a16:creationId xmlns:a16="http://schemas.microsoft.com/office/drawing/2014/main" id="{37B1042A-30F9-364B-C4C1-B73D2E920D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9585378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 and 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73A6-7A3B-6817-600B-BFD1F746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46185B-F458-F883-CEAE-D3B30EA63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143AA-E211-AE2E-FE9D-349C4FA8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87165-0EF6-5412-882C-6002FE354F0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CA4D45C-3BBB-A6CD-DDA8-DBEB08BCD5E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28685" y="3349105"/>
            <a:ext cx="1374005" cy="20610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Sponsors Photo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ECD905F-DB4B-F08A-F1BC-7D9C121218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8621" y="5561992"/>
            <a:ext cx="2434133" cy="590931"/>
          </a:xfrm>
          <a:noFill/>
        </p:spPr>
        <p:txBody>
          <a:bodyPr wrap="square" rtlCol="0">
            <a:spAutoFit/>
          </a:bodyPr>
          <a:lstStyle>
            <a:lvl1pPr marL="0" indent="0" algn="ctr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Engineering mentor’s name and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91706FE4-EAA5-3651-6238-5CEE9B007C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365311" y="3349105"/>
            <a:ext cx="1374005" cy="206100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Academic Advisors Photo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B5F8399D-2B27-9345-794E-1D88AB9E453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05000" y="1825625"/>
            <a:ext cx="6858000" cy="13716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Sponsors Logo (note: either the place holder or the logo may need to be resized to accommodate the correct aspect ratio of the image.)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E113A1ED-0321-41C9-3DB4-110BD238A0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35247" y="5561992"/>
            <a:ext cx="2434133" cy="590931"/>
          </a:xfrm>
          <a:noFill/>
        </p:spPr>
        <p:txBody>
          <a:bodyPr wrap="square" rtlCol="0">
            <a:spAutoFit/>
          </a:bodyPr>
          <a:lstStyle>
            <a:lvl1pPr marL="0" indent="0" algn="ctr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Academic advisor’s name and title</a:t>
            </a:r>
          </a:p>
        </p:txBody>
      </p:sp>
      <p:sp>
        <p:nvSpPr>
          <p:cNvPr id="11" name="Presenter Name">
            <a:extLst>
              <a:ext uri="{FF2B5EF4-FFF2-40B4-BE49-F238E27FC236}">
                <a16:creationId xmlns:a16="http://schemas.microsoft.com/office/drawing/2014/main" id="{4AA88379-774B-C151-97E4-B6B4F35584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3741387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484D-75B0-DFAD-9571-2EDEB762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F7240-373D-E9E2-6F39-57D7722E7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6091E-E525-FA89-6062-56CF687F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289D-88ED-1848-7EC4-7B7756E619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AC0A3F1-612A-1662-FB25-1EBDE9EAC4B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527268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3645AB5-ED04-671E-9C58-94C3A6E19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7268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F47366C0-FF12-02ED-CDDF-1864C79489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14373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7F43231-199F-E82D-1BC3-CF0E517A0D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01477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0F4A7307-CB86-DCD3-050A-EF75E5DD9B17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414373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56DDB3C-A9F0-4482-D567-BB478117C590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7301477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4" name="Presenter Name">
            <a:extLst>
              <a:ext uri="{FF2B5EF4-FFF2-40B4-BE49-F238E27FC236}">
                <a16:creationId xmlns:a16="http://schemas.microsoft.com/office/drawing/2014/main" id="{2F90AB03-0D17-3B5C-FDAF-3E3B5AADFD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42779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484D-75B0-DFAD-9571-2EDEB762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F7240-373D-E9E2-6F39-57D7722E7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6091E-E525-FA89-6062-56CF687F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289D-88ED-1848-7EC4-7B7756E619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80EA6197-7F88-6090-0CE9-8D5F1750C9A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78042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DD320CB-4E61-26F5-7C40-006CC2C22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042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21EEC15-534E-9D30-6F28-073EF0210F6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376409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8D743DFD-4E31-D796-9861-99FD8BC3A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76409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4 (alphabetically) and 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D040C45D-E712-0B01-9620-03B7A6A8C2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0831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4107A6A-A59D-97D2-E016-0E5E67DFC5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43620" y="4620066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C30D97D7-0D65-BEE9-FFD0-C9317271D6D9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110831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2EED177-EEAF-108D-8884-DE882B4CF2E5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743620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</p:spTree>
    <p:extLst>
      <p:ext uri="{BB962C8B-B14F-4D97-AF65-F5344CB8AC3E}">
        <p14:creationId xmlns:p14="http://schemas.microsoft.com/office/powerpoint/2010/main" val="21846809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484D-75B0-DFAD-9571-2EDEB762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F7240-373D-E9E2-6F39-57D7722E7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6091E-E525-FA89-6062-56CF687F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289D-88ED-1848-7EC4-7B7756E619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DE8453E8-CBBC-762A-0B1F-273BC7BD6CB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391" y="1837089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C024A8E-E65C-91F9-B044-F874BA470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252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2B36441-D4DC-8305-5396-D1BE296A712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839200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A6E6DF15-BD4D-E29B-8E7C-4EB6DBC08B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29400" y="51180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4 (alphabetically) and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E172D5F-59AE-F32F-D1CB-4EFD0175F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09800" y="51180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EEAB187-123E-4293-F85A-1BCBFBFF65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19600" y="46252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C81BC737-4937-A161-DB48-F436A98167F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2210843" y="23184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76AEED3-3414-3E73-C9D8-F1854608125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420295" y="18256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99D47603-B850-C180-4CD1-4181324CE1B5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629747" y="2318425"/>
            <a:ext cx="1828800" cy="27432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7AC8A39-B642-D28D-3029-0323C84E27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39200" y="46252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5 (alphabetically) and title</a:t>
            </a:r>
          </a:p>
        </p:txBody>
      </p:sp>
      <p:sp>
        <p:nvSpPr>
          <p:cNvPr id="18" name="Presenter Name">
            <a:extLst>
              <a:ext uri="{FF2B5EF4-FFF2-40B4-BE49-F238E27FC236}">
                <a16:creationId xmlns:a16="http://schemas.microsoft.com/office/drawing/2014/main" id="{C96C96E3-B0CD-13A2-B5A7-1E1EEA4B26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4572483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rso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484D-75B0-DFAD-9571-2EDEB762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F7240-373D-E9E2-6F39-57D7722E7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6091E-E525-FA89-6062-56CF687F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289D-88ED-1848-7EC4-7B7756E619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1D8E1B2E-BCD4-1B5E-7A1F-A240A27FA69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01234" y="184855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0427A11-E489-76C8-B850-8CD804014C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06" y="4404703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1 (alphabetically) and 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C79CF78-D566-F134-E97D-D3F4FC3AB5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4973" y="5118097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2 (alphabetically) and title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79E56571-FFA9-714A-2BDF-EEB36AF8E6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40" y="4404703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3 (alphabetically) and title</a:t>
            </a:r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4BABA88D-1C6B-89EE-C4CE-C1958434862F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62815" y="256163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F2C1A70A-C4EA-7EFE-D2A3-4959BFA718A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24396" y="184855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BF839EA-4F79-2FD7-FEF0-789E8998DA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48707" y="5118097"/>
            <a:ext cx="1752368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4 (alphabetically) and title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A95B723B-807E-C065-0F81-3D1C0EC941A6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385977" y="256163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BC79114B-5EAE-5757-C733-ACB50F13D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49142" y="4404703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5 (alphabetically) and title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19589FF4-B37C-F56C-464A-13E3B952E9D2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7147558" y="184855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30E0E8A6-846A-3170-EC7E-5087CFC734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26011" y="5115519"/>
            <a:ext cx="1828800" cy="840230"/>
          </a:xfr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i="0" dirty="0">
                <a:latin typeface="+mn-lt"/>
                <a:cs typeface="+mn-cs"/>
              </a:defRPr>
            </a:lvl1pPr>
          </a:lstStyle>
          <a:p>
            <a:pPr marL="0" lvl="0"/>
            <a:r>
              <a:rPr lang="en-US"/>
              <a:t>Name 6 (alphabetically) and title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BAD7F5E1-9EE1-E679-472C-9418E5102A8A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8909139" y="2561633"/>
            <a:ext cx="1662545" cy="249381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Add Professional Headshot</a:t>
            </a:r>
          </a:p>
        </p:txBody>
      </p:sp>
      <p:sp>
        <p:nvSpPr>
          <p:cNvPr id="34" name="Presenter Name">
            <a:extLst>
              <a:ext uri="{FF2B5EF4-FFF2-40B4-BE49-F238E27FC236}">
                <a16:creationId xmlns:a16="http://schemas.microsoft.com/office/drawing/2014/main" id="{AF30E33B-930D-CF3D-D3C0-74F77A6F8F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524446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013D-E11D-7D85-2803-940D40AB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6B227-77F6-F903-0433-52B497AC3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51C20-94ED-C52B-BF18-06E11E3A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8E08A-983D-44BD-BC77-5996E1FF84E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6604-7EC2-424F-7C3E-B15C4C91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17F3E-E38F-5697-08AC-235D4285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resenter Name">
            <a:extLst>
              <a:ext uri="{FF2B5EF4-FFF2-40B4-BE49-F238E27FC236}">
                <a16:creationId xmlns:a16="http://schemas.microsoft.com/office/drawing/2014/main" id="{7A0BBAE9-3577-F76B-80FB-7C744085F2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14968369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75DA2-3130-79FA-8AA3-AB7D711B5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485900" cy="5719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D9BD8-6388-290A-CAA1-5902B1FDD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457199"/>
            <a:ext cx="8039100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E0C36-4F2A-8C8D-B2E2-7DF93EAA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5DCD-D3B6-45A9-BAD9-0920F2B89E9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37C9-56F0-7646-B3AD-016D8BA5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FFF56-17AE-C3B9-4F61-EAB405AD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resenter Name">
            <a:extLst>
              <a:ext uri="{FF2B5EF4-FFF2-40B4-BE49-F238E27FC236}">
                <a16:creationId xmlns:a16="http://schemas.microsoft.com/office/drawing/2014/main" id="{AE307BD0-0BCB-382D-C0ED-58F7444EED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68000" y="0"/>
            <a:ext cx="1524000" cy="757130"/>
          </a:xfrm>
          <a:noFill/>
        </p:spPr>
        <p:txBody>
          <a:bodyPr wrap="square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rgbClr val="FFFFFF"/>
                </a:solidFill>
                <a:cs typeface="Calibri"/>
              </a:defRPr>
            </a:lvl1pPr>
          </a:lstStyle>
          <a:p>
            <a:pPr marL="0" lvl="0" algn="ctr"/>
            <a:r>
              <a:rPr lang="en-US"/>
              <a:t>Type the presenter First and Last Name</a:t>
            </a:r>
          </a:p>
        </p:txBody>
      </p:sp>
    </p:spTree>
    <p:extLst>
      <p:ext uri="{BB962C8B-B14F-4D97-AF65-F5344CB8AC3E}">
        <p14:creationId xmlns:p14="http://schemas.microsoft.com/office/powerpoint/2010/main" val="268708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E85D-EC44-504C-6885-A76E01FCE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60614" y="6377940"/>
            <a:ext cx="73152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11A06-FF37-2301-31DE-52D7C2BB1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377940"/>
            <a:ext cx="42748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71ECC-3E61-F221-E88B-808C9890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9753600" cy="9602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B065-0FAC-F95D-7958-1A002F103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9753600" cy="43465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0D21E-7A20-9534-DB90-CA6202DE7A62}"/>
              </a:ext>
            </a:extLst>
          </p:cNvPr>
          <p:cNvGrpSpPr/>
          <p:nvPr userDrawn="1"/>
        </p:nvGrpSpPr>
        <p:grpSpPr>
          <a:xfrm>
            <a:off x="-603148" y="162211"/>
            <a:ext cx="457200" cy="4710666"/>
            <a:chOff x="-603148" y="100584"/>
            <a:chExt cx="457200" cy="47106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373955-5493-4143-4B5D-904FD01212CC}"/>
                </a:ext>
              </a:extLst>
            </p:cNvPr>
            <p:cNvSpPr/>
            <p:nvPr userDrawn="1"/>
          </p:nvSpPr>
          <p:spPr>
            <a:xfrm>
              <a:off x="-603148" y="100584"/>
              <a:ext cx="457200" cy="457200"/>
            </a:xfrm>
            <a:prstGeom prst="rect">
              <a:avLst/>
            </a:prstGeom>
            <a:solidFill>
              <a:srgbClr val="782F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A4E536-A947-BA45-FD2C-F054DD9456AD}"/>
                </a:ext>
              </a:extLst>
            </p:cNvPr>
            <p:cNvSpPr/>
            <p:nvPr userDrawn="1"/>
          </p:nvSpPr>
          <p:spPr>
            <a:xfrm>
              <a:off x="-603148" y="708222"/>
              <a:ext cx="457200" cy="457200"/>
            </a:xfrm>
            <a:prstGeom prst="rect">
              <a:avLst/>
            </a:prstGeom>
            <a:solidFill>
              <a:srgbClr val="EE76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CC131C-B890-6796-CD99-C4F000D3CB85}"/>
                </a:ext>
              </a:extLst>
            </p:cNvPr>
            <p:cNvSpPr/>
            <p:nvPr userDrawn="1"/>
          </p:nvSpPr>
          <p:spPr>
            <a:xfrm>
              <a:off x="-603148" y="4354050"/>
              <a:ext cx="457200" cy="457200"/>
            </a:xfrm>
            <a:prstGeom prst="rect">
              <a:avLst/>
            </a:prstGeom>
            <a:solidFill>
              <a:srgbClr val="40E0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032013-6852-98B4-202B-55ACEAA506D4}"/>
                </a:ext>
              </a:extLst>
            </p:cNvPr>
            <p:cNvSpPr/>
            <p:nvPr userDrawn="1"/>
          </p:nvSpPr>
          <p:spPr>
            <a:xfrm>
              <a:off x="-603148" y="2531136"/>
              <a:ext cx="457200" cy="457200"/>
            </a:xfrm>
            <a:prstGeom prst="rect">
              <a:avLst/>
            </a:prstGeom>
            <a:solidFill>
              <a:srgbClr val="489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D53E8BB-3A73-960F-7948-C37C3AA5F0E9}"/>
                </a:ext>
              </a:extLst>
            </p:cNvPr>
            <p:cNvSpPr/>
            <p:nvPr userDrawn="1"/>
          </p:nvSpPr>
          <p:spPr>
            <a:xfrm>
              <a:off x="-603148" y="3746412"/>
              <a:ext cx="457200" cy="457200"/>
            </a:xfrm>
            <a:prstGeom prst="rect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C449F2-8961-4921-BC84-E0B41A91ABD1}"/>
                </a:ext>
              </a:extLst>
            </p:cNvPr>
            <p:cNvSpPr/>
            <p:nvPr userDrawn="1"/>
          </p:nvSpPr>
          <p:spPr>
            <a:xfrm>
              <a:off x="-603148" y="1315860"/>
              <a:ext cx="457200" cy="457200"/>
            </a:xfrm>
            <a:prstGeom prst="rect">
              <a:avLst/>
            </a:prstGeom>
            <a:solidFill>
              <a:srgbClr val="003B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CF8901-E27B-5739-2FB0-5ED98740DF0C}"/>
                </a:ext>
              </a:extLst>
            </p:cNvPr>
            <p:cNvSpPr/>
            <p:nvPr userDrawn="1"/>
          </p:nvSpPr>
          <p:spPr>
            <a:xfrm>
              <a:off x="-603148" y="1923498"/>
              <a:ext cx="457200" cy="457200"/>
            </a:xfrm>
            <a:prstGeom prst="rect">
              <a:avLst/>
            </a:prstGeom>
            <a:solidFill>
              <a:srgbClr val="CE0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C41AD7-C163-97F5-AE25-3973EA0B89A3}"/>
                </a:ext>
              </a:extLst>
            </p:cNvPr>
            <p:cNvSpPr/>
            <p:nvPr userDrawn="1"/>
          </p:nvSpPr>
          <p:spPr>
            <a:xfrm>
              <a:off x="-603148" y="3138774"/>
              <a:ext cx="457200" cy="457200"/>
            </a:xfrm>
            <a:prstGeom prst="rect">
              <a:avLst/>
            </a:prstGeom>
            <a:solidFill>
              <a:srgbClr val="FBEC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29EC29E-894E-9FF1-A6A7-272BF086D3C1}"/>
              </a:ext>
            </a:extLst>
          </p:cNvPr>
          <p:cNvSpPr/>
          <p:nvPr userDrawn="1"/>
        </p:nvSpPr>
        <p:spPr>
          <a:xfrm>
            <a:off x="10678509" y="0"/>
            <a:ext cx="1513491" cy="6865992"/>
          </a:xfrm>
          <a:prstGeom prst="rect">
            <a:avLst/>
          </a:prstGeom>
          <a:solidFill>
            <a:srgbClr val="EE7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A6726886-DF63-8758-04B2-F128CEB04DE3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332" y="5424845"/>
            <a:ext cx="941844" cy="10595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C6B27-EB66-1FBA-E264-EB818FE4C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87383" y="6377940"/>
            <a:ext cx="18319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4DA844FE-9E55-E58F-361E-0D7558177D0A}"/>
              </a:ext>
            </a:extLst>
          </p:cNvPr>
          <p:cNvSpPr/>
          <p:nvPr userDrawn="1"/>
        </p:nvSpPr>
        <p:spPr>
          <a:xfrm flipH="1">
            <a:off x="10252784" y="-16448"/>
            <a:ext cx="1750906" cy="1566042"/>
          </a:xfrm>
          <a:prstGeom prst="diagStripe">
            <a:avLst/>
          </a:prstGeom>
          <a:solidFill>
            <a:schemeClr val="bg1">
              <a:alpha val="2510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Diagonal Stripe 16">
            <a:extLst>
              <a:ext uri="{FF2B5EF4-FFF2-40B4-BE49-F238E27FC236}">
                <a16:creationId xmlns:a16="http://schemas.microsoft.com/office/drawing/2014/main" id="{0B619F45-0103-F301-0229-BD7A441D2DBB}"/>
              </a:ext>
            </a:extLst>
          </p:cNvPr>
          <p:cNvSpPr/>
          <p:nvPr userDrawn="1"/>
        </p:nvSpPr>
        <p:spPr>
          <a:xfrm flipH="1">
            <a:off x="10678508" y="725214"/>
            <a:ext cx="1532465" cy="1423931"/>
          </a:xfrm>
          <a:prstGeom prst="diagStripe">
            <a:avLst>
              <a:gd name="adj" fmla="val 50671"/>
            </a:avLst>
          </a:prstGeom>
          <a:solidFill>
            <a:srgbClr val="782F40">
              <a:alpha val="28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Diagonal Stripe 38">
            <a:extLst>
              <a:ext uri="{FF2B5EF4-FFF2-40B4-BE49-F238E27FC236}">
                <a16:creationId xmlns:a16="http://schemas.microsoft.com/office/drawing/2014/main" id="{E8832DFE-FD0E-6233-DBF7-5E2FDF471095}"/>
              </a:ext>
            </a:extLst>
          </p:cNvPr>
          <p:cNvSpPr/>
          <p:nvPr userDrawn="1"/>
        </p:nvSpPr>
        <p:spPr>
          <a:xfrm flipH="1">
            <a:off x="9816661" y="583103"/>
            <a:ext cx="1750905" cy="1566042"/>
          </a:xfrm>
          <a:prstGeom prst="diagStripe">
            <a:avLst/>
          </a:prstGeom>
          <a:solidFill>
            <a:schemeClr val="bg1">
              <a:alpha val="2510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434A750A-3F86-1FD5-F797-C1FBC2B60BF6}"/>
              </a:ext>
            </a:extLst>
          </p:cNvPr>
          <p:cNvSpPr/>
          <p:nvPr userDrawn="1"/>
        </p:nvSpPr>
        <p:spPr>
          <a:xfrm flipH="1">
            <a:off x="10964330" y="0"/>
            <a:ext cx="1246641" cy="1177160"/>
          </a:xfrm>
          <a:prstGeom prst="diagStripe">
            <a:avLst/>
          </a:prstGeom>
          <a:solidFill>
            <a:srgbClr val="782F40">
              <a:alpha val="251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74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2" r:id="rId5"/>
    <p:sldLayoutId id="2147483651" r:id="rId6"/>
    <p:sldLayoutId id="2147483662" r:id="rId7"/>
    <p:sldLayoutId id="2147483663" r:id="rId8"/>
    <p:sldLayoutId id="2147483660" r:id="rId9"/>
    <p:sldLayoutId id="2147483664" r:id="rId10"/>
    <p:sldLayoutId id="2147483656" r:id="rId11"/>
    <p:sldLayoutId id="2147483661" r:id="rId12"/>
    <p:sldLayoutId id="2147483680" r:id="rId13"/>
    <p:sldLayoutId id="2147483688" r:id="rId14"/>
    <p:sldLayoutId id="2147483686" r:id="rId15"/>
    <p:sldLayoutId id="2147483689" r:id="rId16"/>
    <p:sldLayoutId id="2147483687" r:id="rId17"/>
    <p:sldLayoutId id="2147483658" r:id="rId18"/>
    <p:sldLayoutId id="2147483659" r:id="rId19"/>
  </p:sldLayoutIdLst>
  <p:hf hd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4000" b="1" kern="1200" dirty="0">
          <a:solidFill>
            <a:schemeClr val="tx2"/>
          </a:solidFill>
          <a:latin typeface="+mj-lt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360" userDrawn="1">
          <p15:clr>
            <a:srgbClr val="F26B43"/>
          </p15:clr>
        </p15:guide>
        <p15:guide id="3" pos="288" userDrawn="1">
          <p15:clr>
            <a:srgbClr val="547EBF"/>
          </p15:clr>
        </p15:guide>
        <p15:guide id="4" pos="6432" userDrawn="1">
          <p15:clr>
            <a:srgbClr val="547EBF"/>
          </p15:clr>
        </p15:guide>
        <p15:guide id="5" orient="horz" pos="288" userDrawn="1">
          <p15:clr>
            <a:srgbClr val="547EBF"/>
          </p15:clr>
        </p15:guide>
        <p15:guide id="6" orient="horz" pos="3888" userDrawn="1">
          <p15:clr>
            <a:srgbClr val="547EBF"/>
          </p15:clr>
        </p15:guide>
        <p15:guide id="8" orient="horz" pos="2520" userDrawn="1">
          <p15:clr>
            <a:srgbClr val="9FCC3B"/>
          </p15:clr>
        </p15:guide>
        <p15:guide id="9" pos="3840" userDrawn="1">
          <p15:clr>
            <a:srgbClr val="FBAE40"/>
          </p15:clr>
        </p15:guide>
        <p15:guide id="10" pos="672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E85D-EC44-504C-6885-A76E01FCE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60614" y="6377940"/>
            <a:ext cx="73152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20F18-833A-4542-A439-FC39BC2100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11A06-FF37-2301-31DE-52D7C2BB1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6377940"/>
            <a:ext cx="427481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71ECC-3E61-F221-E88B-808C9890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64" y="457200"/>
            <a:ext cx="9741836" cy="9602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B065-0FAC-F95D-7958-1A002F103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964" y="1825625"/>
            <a:ext cx="9741836" cy="43465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0D21E-7A20-9534-DB90-CA6202DE7A62}"/>
              </a:ext>
            </a:extLst>
          </p:cNvPr>
          <p:cNvGrpSpPr/>
          <p:nvPr userDrawn="1"/>
        </p:nvGrpSpPr>
        <p:grpSpPr>
          <a:xfrm>
            <a:off x="-603148" y="162211"/>
            <a:ext cx="457200" cy="4710666"/>
            <a:chOff x="-603148" y="100584"/>
            <a:chExt cx="457200" cy="471066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373955-5493-4143-4B5D-904FD01212CC}"/>
                </a:ext>
              </a:extLst>
            </p:cNvPr>
            <p:cNvSpPr/>
            <p:nvPr userDrawn="1"/>
          </p:nvSpPr>
          <p:spPr>
            <a:xfrm>
              <a:off x="-603148" y="100584"/>
              <a:ext cx="457200" cy="457200"/>
            </a:xfrm>
            <a:prstGeom prst="rect">
              <a:avLst/>
            </a:prstGeom>
            <a:solidFill>
              <a:srgbClr val="782F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A4E536-A947-BA45-FD2C-F054DD9456AD}"/>
                </a:ext>
              </a:extLst>
            </p:cNvPr>
            <p:cNvSpPr/>
            <p:nvPr userDrawn="1"/>
          </p:nvSpPr>
          <p:spPr>
            <a:xfrm>
              <a:off x="-603148" y="708222"/>
              <a:ext cx="457200" cy="457200"/>
            </a:xfrm>
            <a:prstGeom prst="rect">
              <a:avLst/>
            </a:prstGeom>
            <a:solidFill>
              <a:srgbClr val="EE76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CC131C-B890-6796-CD99-C4F000D3CB85}"/>
                </a:ext>
              </a:extLst>
            </p:cNvPr>
            <p:cNvSpPr/>
            <p:nvPr userDrawn="1"/>
          </p:nvSpPr>
          <p:spPr>
            <a:xfrm>
              <a:off x="-603148" y="4354050"/>
              <a:ext cx="457200" cy="457200"/>
            </a:xfrm>
            <a:prstGeom prst="rect">
              <a:avLst/>
            </a:prstGeom>
            <a:solidFill>
              <a:srgbClr val="40E0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032013-6852-98B4-202B-55ACEAA506D4}"/>
                </a:ext>
              </a:extLst>
            </p:cNvPr>
            <p:cNvSpPr/>
            <p:nvPr userDrawn="1"/>
          </p:nvSpPr>
          <p:spPr>
            <a:xfrm>
              <a:off x="-603148" y="2531136"/>
              <a:ext cx="457200" cy="457200"/>
            </a:xfrm>
            <a:prstGeom prst="rect">
              <a:avLst/>
            </a:prstGeom>
            <a:solidFill>
              <a:srgbClr val="4892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D53E8BB-3A73-960F-7948-C37C3AA5F0E9}"/>
                </a:ext>
              </a:extLst>
            </p:cNvPr>
            <p:cNvSpPr/>
            <p:nvPr userDrawn="1"/>
          </p:nvSpPr>
          <p:spPr>
            <a:xfrm>
              <a:off x="-603148" y="3746412"/>
              <a:ext cx="457200" cy="457200"/>
            </a:xfrm>
            <a:prstGeom prst="rect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C449F2-8961-4921-BC84-E0B41A91ABD1}"/>
                </a:ext>
              </a:extLst>
            </p:cNvPr>
            <p:cNvSpPr/>
            <p:nvPr userDrawn="1"/>
          </p:nvSpPr>
          <p:spPr>
            <a:xfrm>
              <a:off x="-603148" y="1315860"/>
              <a:ext cx="457200" cy="457200"/>
            </a:xfrm>
            <a:prstGeom prst="rect">
              <a:avLst/>
            </a:prstGeom>
            <a:solidFill>
              <a:srgbClr val="003B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CF8901-E27B-5739-2FB0-5ED98740DF0C}"/>
                </a:ext>
              </a:extLst>
            </p:cNvPr>
            <p:cNvSpPr/>
            <p:nvPr userDrawn="1"/>
          </p:nvSpPr>
          <p:spPr>
            <a:xfrm>
              <a:off x="-603148" y="1923498"/>
              <a:ext cx="457200" cy="457200"/>
            </a:xfrm>
            <a:prstGeom prst="rect">
              <a:avLst/>
            </a:prstGeom>
            <a:solidFill>
              <a:srgbClr val="CE0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C41AD7-C163-97F5-AE25-3973EA0B89A3}"/>
                </a:ext>
              </a:extLst>
            </p:cNvPr>
            <p:cNvSpPr/>
            <p:nvPr userDrawn="1"/>
          </p:nvSpPr>
          <p:spPr>
            <a:xfrm>
              <a:off x="-603148" y="3138774"/>
              <a:ext cx="457200" cy="457200"/>
            </a:xfrm>
            <a:prstGeom prst="rect">
              <a:avLst/>
            </a:prstGeom>
            <a:solidFill>
              <a:srgbClr val="FBEC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82F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" name="Picture 11" descr="A black and white logo&#10;&#10;Description automatically generated">
            <a:extLst>
              <a:ext uri="{FF2B5EF4-FFF2-40B4-BE49-F238E27FC236}">
                <a16:creationId xmlns:a16="http://schemas.microsoft.com/office/drawing/2014/main" id="{A6726886-DF63-8758-04B2-F128CEB04DE3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332" y="5424845"/>
            <a:ext cx="941844" cy="10595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C6B27-EB66-1FBA-E264-EB818FE4C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87383" y="6377940"/>
            <a:ext cx="18319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11C0D-6AE8-47B7-9D02-2C83FBE968D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886DB4-4258-8A85-F4EE-A2422F314163}"/>
              </a:ext>
            </a:extLst>
          </p:cNvPr>
          <p:cNvSpPr/>
          <p:nvPr userDrawn="1"/>
        </p:nvSpPr>
        <p:spPr>
          <a:xfrm>
            <a:off x="10678509" y="0"/>
            <a:ext cx="1513491" cy="6865992"/>
          </a:xfrm>
          <a:prstGeom prst="rect">
            <a:avLst/>
          </a:prstGeom>
          <a:solidFill>
            <a:srgbClr val="782F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lack and white logo&#10;&#10;Description automatically generated">
            <a:extLst>
              <a:ext uri="{FF2B5EF4-FFF2-40B4-BE49-F238E27FC236}">
                <a16:creationId xmlns:a16="http://schemas.microsoft.com/office/drawing/2014/main" id="{DB0D957D-95C3-64F0-63F7-7843E0C42622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332" y="5424845"/>
            <a:ext cx="941844" cy="1059574"/>
          </a:xfrm>
          <a:prstGeom prst="rect">
            <a:avLst/>
          </a:prstGeom>
        </p:spPr>
      </p:pic>
      <p:sp>
        <p:nvSpPr>
          <p:cNvPr id="22" name="Diagonal Stripe 21">
            <a:extLst>
              <a:ext uri="{FF2B5EF4-FFF2-40B4-BE49-F238E27FC236}">
                <a16:creationId xmlns:a16="http://schemas.microsoft.com/office/drawing/2014/main" id="{41C343E7-CBE2-CA11-041C-5D8FB0EF716E}"/>
              </a:ext>
            </a:extLst>
          </p:cNvPr>
          <p:cNvSpPr/>
          <p:nvPr userDrawn="1"/>
        </p:nvSpPr>
        <p:spPr>
          <a:xfrm flipH="1">
            <a:off x="10252784" y="-16448"/>
            <a:ext cx="1750906" cy="1566042"/>
          </a:xfrm>
          <a:prstGeom prst="diagStripe">
            <a:avLst/>
          </a:prstGeom>
          <a:solidFill>
            <a:schemeClr val="bg1">
              <a:alpha val="2510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Diagonal Stripe 22">
            <a:extLst>
              <a:ext uri="{FF2B5EF4-FFF2-40B4-BE49-F238E27FC236}">
                <a16:creationId xmlns:a16="http://schemas.microsoft.com/office/drawing/2014/main" id="{F8ADD025-C3C4-485E-E1CF-C849233D47E5}"/>
              </a:ext>
            </a:extLst>
          </p:cNvPr>
          <p:cNvSpPr/>
          <p:nvPr userDrawn="1"/>
        </p:nvSpPr>
        <p:spPr>
          <a:xfrm flipH="1">
            <a:off x="10665954" y="766574"/>
            <a:ext cx="1545019" cy="1399020"/>
          </a:xfrm>
          <a:prstGeom prst="diagStripe">
            <a:avLst>
              <a:gd name="adj" fmla="val 50671"/>
            </a:avLst>
          </a:prstGeom>
          <a:solidFill>
            <a:srgbClr val="EE7624">
              <a:alpha val="251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Diagonal Stripe 23">
            <a:extLst>
              <a:ext uri="{FF2B5EF4-FFF2-40B4-BE49-F238E27FC236}">
                <a16:creationId xmlns:a16="http://schemas.microsoft.com/office/drawing/2014/main" id="{B8A2024E-A79D-FD85-D0AB-B9E6700323D6}"/>
              </a:ext>
            </a:extLst>
          </p:cNvPr>
          <p:cNvSpPr/>
          <p:nvPr userDrawn="1"/>
        </p:nvSpPr>
        <p:spPr>
          <a:xfrm flipH="1">
            <a:off x="9816661" y="583103"/>
            <a:ext cx="1750905" cy="1566042"/>
          </a:xfrm>
          <a:prstGeom prst="diagStripe">
            <a:avLst/>
          </a:prstGeom>
          <a:solidFill>
            <a:schemeClr val="bg1">
              <a:alpha val="2510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Diagonal Stripe 24">
            <a:extLst>
              <a:ext uri="{FF2B5EF4-FFF2-40B4-BE49-F238E27FC236}">
                <a16:creationId xmlns:a16="http://schemas.microsoft.com/office/drawing/2014/main" id="{901C6E55-08CE-D78A-3EBE-8C104D3AE00B}"/>
              </a:ext>
            </a:extLst>
          </p:cNvPr>
          <p:cNvSpPr/>
          <p:nvPr userDrawn="1"/>
        </p:nvSpPr>
        <p:spPr>
          <a:xfrm flipH="1">
            <a:off x="10867696" y="-1"/>
            <a:ext cx="1343276" cy="1187671"/>
          </a:xfrm>
          <a:prstGeom prst="diagStripe">
            <a:avLst/>
          </a:prstGeom>
          <a:solidFill>
            <a:srgbClr val="EE7624">
              <a:alpha val="251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12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78" r:id="rId18"/>
    <p:sldLayoutId id="2147483679" r:id="rId19"/>
  </p:sldLayoutIdLst>
  <p:hf hd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4000" b="1" kern="1200" dirty="0">
          <a:solidFill>
            <a:schemeClr val="bg2"/>
          </a:solidFill>
          <a:latin typeface="+mj-lt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360" userDrawn="1">
          <p15:clr>
            <a:srgbClr val="F26B43"/>
          </p15:clr>
        </p15:guide>
        <p15:guide id="3" pos="288" userDrawn="1">
          <p15:clr>
            <a:srgbClr val="547EBF"/>
          </p15:clr>
        </p15:guide>
        <p15:guide id="4" pos="6432" userDrawn="1">
          <p15:clr>
            <a:srgbClr val="547EBF"/>
          </p15:clr>
        </p15:guide>
        <p15:guide id="5" orient="horz" pos="288" userDrawn="1">
          <p15:clr>
            <a:srgbClr val="547EBF"/>
          </p15:clr>
        </p15:guide>
        <p15:guide id="6" orient="horz" pos="3888" userDrawn="1">
          <p15:clr>
            <a:srgbClr val="547EBF"/>
          </p15:clr>
        </p15:guide>
        <p15:guide id="8" orient="horz" pos="2520" userDrawn="1">
          <p15:clr>
            <a:srgbClr val="9FCC3B"/>
          </p15:clr>
        </p15:guide>
        <p15:guide id="9" pos="3840" userDrawn="1">
          <p15:clr>
            <a:srgbClr val="FBAE40"/>
          </p15:clr>
        </p15:guide>
        <p15:guide id="10" pos="672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2.svg"/><Relationship Id="rId5" Type="http://schemas.openxmlformats.org/officeDocument/2006/relationships/image" Target="../media/image8.sv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9F13-FE08-6B8B-B8D8-696CDE71F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524664"/>
            <a:ext cx="9144000" cy="768096"/>
          </a:xfrm>
        </p:spPr>
        <p:txBody>
          <a:bodyPr/>
          <a:lstStyle/>
          <a:p>
            <a:r>
              <a:rPr lang="en-US" sz="6600" dirty="0">
                <a:latin typeface="Arial"/>
                <a:cs typeface="Arial"/>
              </a:rPr>
              <a:t>Mechatronics 2: Project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16401-369D-4CD0-1A41-6514E04E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356187"/>
            <a:ext cx="9144000" cy="76809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4000" dirty="0">
                <a:latin typeface="Arial Black"/>
              </a:rPr>
              <a:t>Group 12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28051-0C2B-C002-268F-F362867D23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" y="4115945"/>
            <a:ext cx="3709013" cy="49381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i="1" dirty="0">
                <a:latin typeface="Arial"/>
                <a:cs typeface="Arial"/>
              </a:rPr>
              <a:t>Jack Vranicar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53C65-5820-51A6-C955-D678A051C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12/3/2025</a:t>
            </a:r>
          </a:p>
        </p:txBody>
      </p:sp>
    </p:spTree>
    <p:extLst>
      <p:ext uri="{BB962C8B-B14F-4D97-AF65-F5344CB8AC3E}">
        <p14:creationId xmlns:p14="http://schemas.microsoft.com/office/powerpoint/2010/main" val="233942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04823E-BEB8-73F7-0145-1D37BD92D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67073"/>
            <a:ext cx="9753600" cy="8535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objective of this project is to create a dexterous manipulator capable of pick and place operations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5216E-93D7-BC82-ACA7-DA8B9A3D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63CD3-4E14-9B10-00B9-120A3467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79681C-F00F-4825-4116-B13DB7F5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57BB2A-3542-7454-5B4C-AA6E69D30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</p:spTree>
    <p:extLst>
      <p:ext uri="{BB962C8B-B14F-4D97-AF65-F5344CB8AC3E}">
        <p14:creationId xmlns:p14="http://schemas.microsoft.com/office/powerpoint/2010/main" val="1722446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5FB00-1C84-B623-EDFB-5E802643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https://news.mit.edu/2021/dexterous-robotic-hands-manipulate-thousands-objects-1112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AEDFA-2E05-9466-463A-FCE34FD01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16DACC-4D7B-AD60-90AC-47B55CDC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Dexterous Manipulators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E009A-B9EF-258B-6E86-5FA06D6A89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pic>
        <p:nvPicPr>
          <p:cNvPr id="1026" name="Picture 2" descr="Three by three grid of time-series images of a robot hand grasping three different objects">
            <a:extLst>
              <a:ext uri="{FF2B5EF4-FFF2-40B4-BE49-F238E27FC236}">
                <a16:creationId xmlns:a16="http://schemas.microsoft.com/office/drawing/2014/main" id="{A5E510BA-CC48-94CD-F00F-2964DF2E6B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17476"/>
            <a:ext cx="6519862" cy="43465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5CA40A-ED54-A530-A7EA-88A911CA9CF6}"/>
              </a:ext>
            </a:extLst>
          </p:cNvPr>
          <p:cNvSpPr txBox="1"/>
          <p:nvPr/>
        </p:nvSpPr>
        <p:spPr>
          <a:xfrm>
            <a:off x="533400" y="5764051"/>
            <a:ext cx="6300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Common grasping tasks for a dexterous manipulator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2DB6F-29B2-A2FB-5952-8B2CED413A28}"/>
              </a:ext>
            </a:extLst>
          </p:cNvPr>
          <p:cNvSpPr txBox="1"/>
          <p:nvPr/>
        </p:nvSpPr>
        <p:spPr>
          <a:xfrm>
            <a:off x="7214616" y="1374770"/>
            <a:ext cx="33284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Dexterous manipulators interact with other objects by using finger-like appendages to form different grasps.</a:t>
            </a:r>
          </a:p>
        </p:txBody>
      </p:sp>
    </p:spTree>
    <p:extLst>
      <p:ext uri="{BB962C8B-B14F-4D97-AF65-F5344CB8AC3E}">
        <p14:creationId xmlns:p14="http://schemas.microsoft.com/office/powerpoint/2010/main" val="104804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62D7C-FF59-CF85-E32A-BB5A3551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https://mpi.motionminers.com/en/solutions/pick-and-place-robot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11DC6-43CA-6A53-1EE0-9DC10787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5DCBCD-475E-8648-724F-6709850C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and Place Operations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4A17F6-54CC-E57C-E943-76F20AC25A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pic>
        <p:nvPicPr>
          <p:cNvPr id="2050" name="Picture 2" descr="Pick and Place Robot | MM Solutions">
            <a:extLst>
              <a:ext uri="{FF2B5EF4-FFF2-40B4-BE49-F238E27FC236}">
                <a16:creationId xmlns:a16="http://schemas.microsoft.com/office/drawing/2014/main" id="{5ECEAC2C-BA72-B055-B6C0-81E20D2C01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3252"/>
            <a:ext cx="5046821" cy="43465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61AAD1-A016-20B2-7658-02A16A6021AD}"/>
              </a:ext>
            </a:extLst>
          </p:cNvPr>
          <p:cNvSpPr txBox="1"/>
          <p:nvPr/>
        </p:nvSpPr>
        <p:spPr>
          <a:xfrm>
            <a:off x="5815019" y="1523252"/>
            <a:ext cx="45921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Pick and place operations are common in industrial settings where items must be moved from one place to another.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These tasks are more demanding than traditional sorting methods as they require precise knowledge of the objects pose at the beginning and end of the operation.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Pose refers to the objects position in 6 degrees of freedom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5007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lowchart: Data 41">
            <a:extLst>
              <a:ext uri="{FF2B5EF4-FFF2-40B4-BE49-F238E27FC236}">
                <a16:creationId xmlns:a16="http://schemas.microsoft.com/office/drawing/2014/main" id="{4D77FDB6-FD12-DECD-B92E-23856476265D}"/>
              </a:ext>
            </a:extLst>
          </p:cNvPr>
          <p:cNvSpPr/>
          <p:nvPr/>
        </p:nvSpPr>
        <p:spPr>
          <a:xfrm rot="11668343">
            <a:off x="383258" y="2552092"/>
            <a:ext cx="8581677" cy="3412984"/>
          </a:xfrm>
          <a:prstGeom prst="flowChartInputOutput">
            <a:avLst/>
          </a:prstGeom>
          <a:ln w="762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47C66-054A-D43D-9E1D-B7FFBE2D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649A4-701E-C47C-6EA3-D906742A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764E8B-5558-8460-D324-C43E9511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4" y="-247374"/>
            <a:ext cx="9753600" cy="960276"/>
          </a:xfrm>
        </p:spPr>
        <p:txBody>
          <a:bodyPr/>
          <a:lstStyle/>
          <a:p>
            <a:r>
              <a:rPr lang="en-US" dirty="0"/>
              <a:t>Competition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31BF8-E539-EFF5-13D2-935F81D77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pic>
        <p:nvPicPr>
          <p:cNvPr id="8" name="Graphic 7" descr="Rubber duck with solid fill">
            <a:extLst>
              <a:ext uri="{FF2B5EF4-FFF2-40B4-BE49-F238E27FC236}">
                <a16:creationId xmlns:a16="http://schemas.microsoft.com/office/drawing/2014/main" id="{E66B6272-94E2-8B74-7806-FDA8D32E9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6121" y="4409696"/>
            <a:ext cx="914400" cy="914400"/>
          </a:xfrm>
          <a:prstGeom prst="rect">
            <a:avLst/>
          </a:prstGeom>
        </p:spPr>
      </p:pic>
      <p:pic>
        <p:nvPicPr>
          <p:cNvPr id="10" name="Graphic 9" descr="Pen with solid fill">
            <a:extLst>
              <a:ext uri="{FF2B5EF4-FFF2-40B4-BE49-F238E27FC236}">
                <a16:creationId xmlns:a16="http://schemas.microsoft.com/office/drawing/2014/main" id="{D086C6F6-8AED-BAC6-CA80-6F29EE847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4616503"/>
            <a:ext cx="914400" cy="914400"/>
          </a:xfrm>
          <a:prstGeom prst="rect">
            <a:avLst/>
          </a:prstGeom>
        </p:spPr>
      </p:pic>
      <p:pic>
        <p:nvPicPr>
          <p:cNvPr id="12" name="Graphic 11" descr="Pyramid outline">
            <a:extLst>
              <a:ext uri="{FF2B5EF4-FFF2-40B4-BE49-F238E27FC236}">
                <a16:creationId xmlns:a16="http://schemas.microsoft.com/office/drawing/2014/main" id="{81A3740A-6D0C-13E0-6A74-2430189829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9192" y="3495296"/>
            <a:ext cx="914400" cy="914400"/>
          </a:xfrm>
          <a:prstGeom prst="rect">
            <a:avLst/>
          </a:prstGeom>
        </p:spPr>
      </p:pic>
      <p:pic>
        <p:nvPicPr>
          <p:cNvPr id="14" name="Graphic 13" descr="Wi-Fi outline">
            <a:extLst>
              <a:ext uri="{FF2B5EF4-FFF2-40B4-BE49-F238E27FC236}">
                <a16:creationId xmlns:a16="http://schemas.microsoft.com/office/drawing/2014/main" id="{FDA4ECF6-777D-2661-280C-A009AE0A05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3900" y="1566885"/>
            <a:ext cx="914400" cy="914400"/>
          </a:xfrm>
          <a:prstGeom prst="rect">
            <a:avLst/>
          </a:prstGeom>
        </p:spPr>
      </p:pic>
      <p:pic>
        <p:nvPicPr>
          <p:cNvPr id="16" name="Graphic 15" descr="Satellite dish with solid fill">
            <a:extLst>
              <a:ext uri="{FF2B5EF4-FFF2-40B4-BE49-F238E27FC236}">
                <a16:creationId xmlns:a16="http://schemas.microsoft.com/office/drawing/2014/main" id="{F14AD775-38CB-2BFF-D465-3003A6FC8B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1100" y="2630695"/>
            <a:ext cx="914400" cy="914400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3235A3D-6B65-EB3C-CEA6-B79A656B7F98}"/>
              </a:ext>
            </a:extLst>
          </p:cNvPr>
          <p:cNvSpPr/>
          <p:nvPr/>
        </p:nvSpPr>
        <p:spPr>
          <a:xfrm>
            <a:off x="3845431" y="966992"/>
            <a:ext cx="1246828" cy="1299130"/>
          </a:xfrm>
          <a:custGeom>
            <a:avLst/>
            <a:gdLst>
              <a:gd name="connsiteX0" fmla="*/ 1221485 w 1246828"/>
              <a:gd name="connsiteY0" fmla="*/ 548310 h 1299130"/>
              <a:gd name="connsiteX1" fmla="*/ 1165065 w 1246828"/>
              <a:gd name="connsiteY1" fmla="*/ 483861 h 1299130"/>
              <a:gd name="connsiteX2" fmla="*/ 791036 w 1246828"/>
              <a:gd name="connsiteY2" fmla="*/ 407492 h 1299130"/>
              <a:gd name="connsiteX3" fmla="*/ 726906 w 1246828"/>
              <a:gd name="connsiteY3" fmla="*/ 426770 h 1299130"/>
              <a:gd name="connsiteX4" fmla="*/ 651350 w 1246828"/>
              <a:gd name="connsiteY4" fmla="*/ 502290 h 1299130"/>
              <a:gd name="connsiteX5" fmla="*/ 149060 w 1246828"/>
              <a:gd name="connsiteY5" fmla="*/ 0 h 1299130"/>
              <a:gd name="connsiteX6" fmla="*/ 0 w 1246828"/>
              <a:gd name="connsiteY6" fmla="*/ 251145 h 1299130"/>
              <a:gd name="connsiteX7" fmla="*/ 451248 w 1246828"/>
              <a:gd name="connsiteY7" fmla="*/ 702393 h 1299130"/>
              <a:gd name="connsiteX8" fmla="*/ 378274 w 1246828"/>
              <a:gd name="connsiteY8" fmla="*/ 775402 h 1299130"/>
              <a:gd name="connsiteX9" fmla="*/ 358819 w 1246828"/>
              <a:gd name="connsiteY9" fmla="*/ 838718 h 1299130"/>
              <a:gd name="connsiteX10" fmla="*/ 431156 w 1246828"/>
              <a:gd name="connsiteY10" fmla="*/ 1216639 h 1299130"/>
              <a:gd name="connsiteX11" fmla="*/ 495923 w 1246828"/>
              <a:gd name="connsiteY11" fmla="*/ 1273907 h 1299130"/>
              <a:gd name="connsiteX12" fmla="*/ 871084 w 1246828"/>
              <a:gd name="connsiteY12" fmla="*/ 1298915 h 1299130"/>
              <a:gd name="connsiteX13" fmla="*/ 875859 w 1246828"/>
              <a:gd name="connsiteY13" fmla="*/ 1299092 h 1299130"/>
              <a:gd name="connsiteX14" fmla="*/ 948921 w 1246828"/>
              <a:gd name="connsiteY14" fmla="*/ 1230664 h 1299130"/>
              <a:gd name="connsiteX15" fmla="*/ 880493 w 1246828"/>
              <a:gd name="connsiteY15" fmla="*/ 1157602 h 1299130"/>
              <a:gd name="connsiteX16" fmla="*/ 559806 w 1246828"/>
              <a:gd name="connsiteY16" fmla="*/ 1136378 h 1299130"/>
              <a:gd name="connsiteX17" fmla="*/ 504802 w 1246828"/>
              <a:gd name="connsiteY17" fmla="*/ 848976 h 1299130"/>
              <a:gd name="connsiteX18" fmla="*/ 800056 w 1246828"/>
              <a:gd name="connsiteY18" fmla="*/ 553722 h 1299130"/>
              <a:gd name="connsiteX19" fmla="*/ 1083956 w 1246828"/>
              <a:gd name="connsiteY19" fmla="*/ 611556 h 1299130"/>
              <a:gd name="connsiteX20" fmla="*/ 1105392 w 1246828"/>
              <a:gd name="connsiteY20" fmla="*/ 932880 h 1299130"/>
              <a:gd name="connsiteX21" fmla="*/ 1180736 w 1246828"/>
              <a:gd name="connsiteY21" fmla="*/ 998814 h 1299130"/>
              <a:gd name="connsiteX22" fmla="*/ 1246670 w 1246828"/>
              <a:gd name="connsiteY22" fmla="*/ 923471 h 12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46828" h="1299130">
                <a:moveTo>
                  <a:pt x="1221485" y="548310"/>
                </a:moveTo>
                <a:cubicBezTo>
                  <a:pt x="1219298" y="516588"/>
                  <a:pt x="1196218" y="490225"/>
                  <a:pt x="1165065" y="483861"/>
                </a:cubicBezTo>
                <a:lnTo>
                  <a:pt x="791036" y="407492"/>
                </a:lnTo>
                <a:cubicBezTo>
                  <a:pt x="767775" y="402674"/>
                  <a:pt x="743655" y="409925"/>
                  <a:pt x="726906" y="426770"/>
                </a:cubicBezTo>
                <a:lnTo>
                  <a:pt x="651350" y="502290"/>
                </a:lnTo>
                <a:lnTo>
                  <a:pt x="149060" y="0"/>
                </a:lnTo>
                <a:cubicBezTo>
                  <a:pt x="142997" y="102920"/>
                  <a:pt x="87441" y="196523"/>
                  <a:pt x="0" y="251145"/>
                </a:cubicBezTo>
                <a:lnTo>
                  <a:pt x="451248" y="702393"/>
                </a:lnTo>
                <a:lnTo>
                  <a:pt x="378274" y="775402"/>
                </a:lnTo>
                <a:cubicBezTo>
                  <a:pt x="361698" y="791981"/>
                  <a:pt x="354412" y="815694"/>
                  <a:pt x="358819" y="838718"/>
                </a:cubicBezTo>
                <a:lnTo>
                  <a:pt x="431156" y="1216639"/>
                </a:lnTo>
                <a:cubicBezTo>
                  <a:pt x="437212" y="1248233"/>
                  <a:pt x="463826" y="1271763"/>
                  <a:pt x="495923" y="1273907"/>
                </a:cubicBezTo>
                <a:lnTo>
                  <a:pt x="871084" y="1298915"/>
                </a:lnTo>
                <a:cubicBezTo>
                  <a:pt x="872676" y="1298915"/>
                  <a:pt x="874268" y="1299092"/>
                  <a:pt x="875859" y="1299092"/>
                </a:cubicBezTo>
                <a:cubicBezTo>
                  <a:pt x="914932" y="1300372"/>
                  <a:pt x="947641" y="1269736"/>
                  <a:pt x="948921" y="1230664"/>
                </a:cubicBezTo>
                <a:cubicBezTo>
                  <a:pt x="950202" y="1191591"/>
                  <a:pt x="919566" y="1158882"/>
                  <a:pt x="880493" y="1157602"/>
                </a:cubicBezTo>
                <a:lnTo>
                  <a:pt x="559806" y="1136378"/>
                </a:lnTo>
                <a:lnTo>
                  <a:pt x="504802" y="848976"/>
                </a:lnTo>
                <a:lnTo>
                  <a:pt x="800056" y="553722"/>
                </a:lnTo>
                <a:lnTo>
                  <a:pt x="1083956" y="611556"/>
                </a:lnTo>
                <a:lnTo>
                  <a:pt x="1105392" y="932880"/>
                </a:lnTo>
                <a:cubicBezTo>
                  <a:pt x="1107992" y="971892"/>
                  <a:pt x="1141723" y="1001414"/>
                  <a:pt x="1180736" y="998814"/>
                </a:cubicBezTo>
                <a:cubicBezTo>
                  <a:pt x="1219748" y="996215"/>
                  <a:pt x="1249266" y="962483"/>
                  <a:pt x="1246670" y="923471"/>
                </a:cubicBezTo>
                <a:close/>
              </a:path>
            </a:pathLst>
          </a:custGeom>
          <a:solidFill>
            <a:srgbClr val="68286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231E860-5A64-905C-4D3B-9F886462AD1F}"/>
              </a:ext>
            </a:extLst>
          </p:cNvPr>
          <p:cNvSpPr/>
          <p:nvPr/>
        </p:nvSpPr>
        <p:spPr>
          <a:xfrm>
            <a:off x="2158303" y="1463127"/>
            <a:ext cx="1198457" cy="1218690"/>
          </a:xfrm>
          <a:custGeom>
            <a:avLst/>
            <a:gdLst>
              <a:gd name="connsiteX0" fmla="*/ 1198457 w 1198457"/>
              <a:gd name="connsiteY0" fmla="*/ 544525 h 1218690"/>
              <a:gd name="connsiteX1" fmla="*/ 1104755 w 1198457"/>
              <a:gd name="connsiteY1" fmla="*/ 223661 h 1218690"/>
              <a:gd name="connsiteX2" fmla="*/ 855167 w 1198457"/>
              <a:gd name="connsiteY2" fmla="*/ 521851 h 1218690"/>
              <a:gd name="connsiteX3" fmla="*/ 341009 w 1198457"/>
              <a:gd name="connsiteY3" fmla="*/ 568313 h 1218690"/>
              <a:gd name="connsiteX4" fmla="*/ 294547 w 1198457"/>
              <a:gd name="connsiteY4" fmla="*/ 54159 h 1218690"/>
              <a:gd name="connsiteX5" fmla="*/ 340991 w 1198457"/>
              <a:gd name="connsiteY5" fmla="*/ 7711 h 1218690"/>
              <a:gd name="connsiteX6" fmla="*/ 350188 w 1198457"/>
              <a:gd name="connsiteY6" fmla="*/ 0 h 1218690"/>
              <a:gd name="connsiteX7" fmla="*/ 0 w 1198457"/>
              <a:gd name="connsiteY7" fmla="*/ 544525 h 1218690"/>
              <a:gd name="connsiteX8" fmla="*/ 0 w 1198457"/>
              <a:gd name="connsiteY8" fmla="*/ 1218690 h 1218690"/>
              <a:gd name="connsiteX9" fmla="*/ 1198457 w 1198457"/>
              <a:gd name="connsiteY9" fmla="*/ 1218690 h 121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8457" h="1218690">
                <a:moveTo>
                  <a:pt x="1198457" y="544525"/>
                </a:moveTo>
                <a:cubicBezTo>
                  <a:pt x="1198485" y="430820"/>
                  <a:pt x="1165971" y="319481"/>
                  <a:pt x="1104755" y="223661"/>
                </a:cubicBezTo>
                <a:lnTo>
                  <a:pt x="855167" y="521851"/>
                </a:lnTo>
                <a:cubicBezTo>
                  <a:pt x="726018" y="676663"/>
                  <a:pt x="495820" y="697465"/>
                  <a:pt x="341009" y="568313"/>
                </a:cubicBezTo>
                <a:cubicBezTo>
                  <a:pt x="186201" y="439164"/>
                  <a:pt x="165398" y="208967"/>
                  <a:pt x="294547" y="54159"/>
                </a:cubicBezTo>
                <a:cubicBezTo>
                  <a:pt x="308601" y="37311"/>
                  <a:pt x="324147" y="21765"/>
                  <a:pt x="340991" y="7711"/>
                </a:cubicBezTo>
                <a:lnTo>
                  <a:pt x="350188" y="0"/>
                </a:lnTo>
                <a:cubicBezTo>
                  <a:pt x="136938" y="97317"/>
                  <a:pt x="85" y="310118"/>
                  <a:pt x="0" y="544525"/>
                </a:cubicBezTo>
                <a:lnTo>
                  <a:pt x="0" y="1218690"/>
                </a:lnTo>
                <a:lnTo>
                  <a:pt x="1198457" y="1218690"/>
                </a:ln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2D83534-821B-37FC-C13D-04CF69E1E791}"/>
              </a:ext>
            </a:extLst>
          </p:cNvPr>
          <p:cNvSpPr/>
          <p:nvPr/>
        </p:nvSpPr>
        <p:spPr>
          <a:xfrm>
            <a:off x="2474675" y="884468"/>
            <a:ext cx="1039386" cy="1125129"/>
          </a:xfrm>
          <a:custGeom>
            <a:avLst/>
            <a:gdLst>
              <a:gd name="connsiteX0" fmla="*/ 884171 w 1039386"/>
              <a:gd name="connsiteY0" fmla="*/ 64095 h 1125129"/>
              <a:gd name="connsiteX1" fmla="*/ 890680 w 1039386"/>
              <a:gd name="connsiteY1" fmla="*/ 0 h 1125129"/>
              <a:gd name="connsiteX2" fmla="*/ 92640 w 1039386"/>
              <a:gd name="connsiteY2" fmla="*/ 667727 h 1125129"/>
              <a:gd name="connsiteX3" fmla="*/ 60465 w 1039386"/>
              <a:gd name="connsiteY3" fmla="*/ 1032489 h 1125129"/>
              <a:gd name="connsiteX4" fmla="*/ 425227 w 1039386"/>
              <a:gd name="connsiteY4" fmla="*/ 1064664 h 1125129"/>
              <a:gd name="connsiteX5" fmla="*/ 457402 w 1039386"/>
              <a:gd name="connsiteY5" fmla="*/ 1032489 h 1125129"/>
              <a:gd name="connsiteX6" fmla="*/ 1039386 w 1039386"/>
              <a:gd name="connsiteY6" fmla="*/ 336959 h 1125129"/>
              <a:gd name="connsiteX7" fmla="*/ 884171 w 1039386"/>
              <a:gd name="connsiteY7" fmla="*/ 64095 h 1125129"/>
              <a:gd name="connsiteX8" fmla="*/ 350860 w 1039386"/>
              <a:gd name="connsiteY8" fmla="*/ 874338 h 1125129"/>
              <a:gd name="connsiteX9" fmla="*/ 250812 w 1039386"/>
              <a:gd name="connsiteY9" fmla="*/ 874353 h 1125129"/>
              <a:gd name="connsiteX10" fmla="*/ 250794 w 1039386"/>
              <a:gd name="connsiteY10" fmla="*/ 774305 h 1125129"/>
              <a:gd name="connsiteX11" fmla="*/ 350845 w 1039386"/>
              <a:gd name="connsiteY11" fmla="*/ 774291 h 1125129"/>
              <a:gd name="connsiteX12" fmla="*/ 350860 w 1039386"/>
              <a:gd name="connsiteY12" fmla="*/ 774305 h 1125129"/>
              <a:gd name="connsiteX13" fmla="*/ 350860 w 1039386"/>
              <a:gd name="connsiteY13" fmla="*/ 874338 h 112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9386" h="1125129">
                <a:moveTo>
                  <a:pt x="884171" y="64095"/>
                </a:moveTo>
                <a:cubicBezTo>
                  <a:pt x="884171" y="42564"/>
                  <a:pt x="886350" y="21089"/>
                  <a:pt x="890680" y="0"/>
                </a:cubicBezTo>
                <a:lnTo>
                  <a:pt x="92640" y="667727"/>
                </a:lnTo>
                <a:cubicBezTo>
                  <a:pt x="-16972" y="759569"/>
                  <a:pt x="-31376" y="922877"/>
                  <a:pt x="60465" y="1032489"/>
                </a:cubicBezTo>
                <a:cubicBezTo>
                  <a:pt x="152303" y="1142102"/>
                  <a:pt x="315614" y="1156505"/>
                  <a:pt x="425227" y="1064664"/>
                </a:cubicBezTo>
                <a:cubicBezTo>
                  <a:pt x="436875" y="1054905"/>
                  <a:pt x="447642" y="1044137"/>
                  <a:pt x="457402" y="1032489"/>
                </a:cubicBezTo>
                <a:lnTo>
                  <a:pt x="1039386" y="336959"/>
                </a:lnTo>
                <a:cubicBezTo>
                  <a:pt x="943283" y="279609"/>
                  <a:pt x="884352" y="176010"/>
                  <a:pt x="884171" y="64095"/>
                </a:cubicBezTo>
                <a:close/>
                <a:moveTo>
                  <a:pt x="350860" y="874338"/>
                </a:moveTo>
                <a:cubicBezTo>
                  <a:pt x="323237" y="901972"/>
                  <a:pt x="278441" y="901979"/>
                  <a:pt x="250812" y="874353"/>
                </a:cubicBezTo>
                <a:cubicBezTo>
                  <a:pt x="223179" y="846730"/>
                  <a:pt x="223172" y="801938"/>
                  <a:pt x="250794" y="774305"/>
                </a:cubicBezTo>
                <a:cubicBezTo>
                  <a:pt x="278420" y="746672"/>
                  <a:pt x="323212" y="746665"/>
                  <a:pt x="350845" y="774291"/>
                </a:cubicBezTo>
                <a:cubicBezTo>
                  <a:pt x="350849" y="774294"/>
                  <a:pt x="350856" y="774301"/>
                  <a:pt x="350860" y="774305"/>
                </a:cubicBezTo>
                <a:cubicBezTo>
                  <a:pt x="378479" y="801931"/>
                  <a:pt x="378479" y="846713"/>
                  <a:pt x="350860" y="874338"/>
                </a:cubicBezTo>
                <a:close/>
              </a:path>
            </a:pathLst>
          </a:custGeom>
          <a:solidFill>
            <a:schemeClr val="accent2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F71D1FC-8CC4-00F4-3B89-2A84A39C40A8}"/>
              </a:ext>
            </a:extLst>
          </p:cNvPr>
          <p:cNvSpPr/>
          <p:nvPr/>
        </p:nvSpPr>
        <p:spPr>
          <a:xfrm>
            <a:off x="2014690" y="2823308"/>
            <a:ext cx="1485646" cy="282980"/>
          </a:xfrm>
          <a:custGeom>
            <a:avLst/>
            <a:gdLst>
              <a:gd name="connsiteX0" fmla="*/ 1344157 w 1485646"/>
              <a:gd name="connsiteY0" fmla="*/ 0 h 282980"/>
              <a:gd name="connsiteX1" fmla="*/ 141490 w 1485646"/>
              <a:gd name="connsiteY1" fmla="*/ 0 h 282980"/>
              <a:gd name="connsiteX2" fmla="*/ 0 w 1485646"/>
              <a:gd name="connsiteY2" fmla="*/ 141490 h 282980"/>
              <a:gd name="connsiteX3" fmla="*/ 0 w 1485646"/>
              <a:gd name="connsiteY3" fmla="*/ 282980 h 282980"/>
              <a:gd name="connsiteX4" fmla="*/ 1485647 w 1485646"/>
              <a:gd name="connsiteY4" fmla="*/ 282980 h 282980"/>
              <a:gd name="connsiteX5" fmla="*/ 1485647 w 1485646"/>
              <a:gd name="connsiteY5" fmla="*/ 141490 h 282980"/>
              <a:gd name="connsiteX6" fmla="*/ 1344157 w 1485646"/>
              <a:gd name="connsiteY6" fmla="*/ 0 h 2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646" h="282980">
                <a:moveTo>
                  <a:pt x="1344157" y="0"/>
                </a:moveTo>
                <a:lnTo>
                  <a:pt x="141490" y="0"/>
                </a:lnTo>
                <a:cubicBezTo>
                  <a:pt x="63347" y="0"/>
                  <a:pt x="0" y="63349"/>
                  <a:pt x="0" y="141490"/>
                </a:cubicBezTo>
                <a:lnTo>
                  <a:pt x="0" y="282980"/>
                </a:lnTo>
                <a:lnTo>
                  <a:pt x="1485647" y="282980"/>
                </a:lnTo>
                <a:lnTo>
                  <a:pt x="1485647" y="141490"/>
                </a:lnTo>
                <a:cubicBezTo>
                  <a:pt x="1485647" y="63349"/>
                  <a:pt x="1422298" y="0"/>
                  <a:pt x="1344157" y="0"/>
                </a:cubicBez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BD7F251-284A-FBD9-A90E-32FA1909F45E}"/>
              </a:ext>
            </a:extLst>
          </p:cNvPr>
          <p:cNvSpPr/>
          <p:nvPr/>
        </p:nvSpPr>
        <p:spPr>
          <a:xfrm>
            <a:off x="3464964" y="736328"/>
            <a:ext cx="424470" cy="424470"/>
          </a:xfrm>
          <a:custGeom>
            <a:avLst/>
            <a:gdLst>
              <a:gd name="connsiteX0" fmla="*/ 212235 w 424470"/>
              <a:gd name="connsiteY0" fmla="*/ 0 h 424470"/>
              <a:gd name="connsiteX1" fmla="*/ 0 w 424470"/>
              <a:gd name="connsiteY1" fmla="*/ 212235 h 424470"/>
              <a:gd name="connsiteX2" fmla="*/ 212235 w 424470"/>
              <a:gd name="connsiteY2" fmla="*/ 424471 h 424470"/>
              <a:gd name="connsiteX3" fmla="*/ 424471 w 424470"/>
              <a:gd name="connsiteY3" fmla="*/ 212235 h 424470"/>
              <a:gd name="connsiteX4" fmla="*/ 212235 w 424470"/>
              <a:gd name="connsiteY4" fmla="*/ 0 h 424470"/>
              <a:gd name="connsiteX5" fmla="*/ 212235 w 424470"/>
              <a:gd name="connsiteY5" fmla="*/ 265294 h 424470"/>
              <a:gd name="connsiteX6" fmla="*/ 159176 w 424470"/>
              <a:gd name="connsiteY6" fmla="*/ 212235 h 424470"/>
              <a:gd name="connsiteX7" fmla="*/ 212235 w 424470"/>
              <a:gd name="connsiteY7" fmla="*/ 159176 h 424470"/>
              <a:gd name="connsiteX8" fmla="*/ 265294 w 424470"/>
              <a:gd name="connsiteY8" fmla="*/ 212235 h 424470"/>
              <a:gd name="connsiteX9" fmla="*/ 212235 w 424470"/>
              <a:gd name="connsiteY9" fmla="*/ 265294 h 42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4470" h="424470">
                <a:moveTo>
                  <a:pt x="212235" y="0"/>
                </a:moveTo>
                <a:cubicBezTo>
                  <a:pt x="95021" y="0"/>
                  <a:pt x="0" y="95021"/>
                  <a:pt x="0" y="212235"/>
                </a:cubicBezTo>
                <a:cubicBezTo>
                  <a:pt x="0" y="329449"/>
                  <a:pt x="95021" y="424471"/>
                  <a:pt x="212235" y="424471"/>
                </a:cubicBezTo>
                <a:cubicBezTo>
                  <a:pt x="329449" y="424471"/>
                  <a:pt x="424471" y="329449"/>
                  <a:pt x="424471" y="212235"/>
                </a:cubicBezTo>
                <a:cubicBezTo>
                  <a:pt x="424471" y="95021"/>
                  <a:pt x="329449" y="0"/>
                  <a:pt x="212235" y="0"/>
                </a:cubicBezTo>
                <a:close/>
                <a:moveTo>
                  <a:pt x="212235" y="265294"/>
                </a:moveTo>
                <a:cubicBezTo>
                  <a:pt x="182933" y="265294"/>
                  <a:pt x="159176" y="241538"/>
                  <a:pt x="159176" y="212235"/>
                </a:cubicBezTo>
                <a:cubicBezTo>
                  <a:pt x="159176" y="182933"/>
                  <a:pt x="182933" y="159176"/>
                  <a:pt x="212235" y="159176"/>
                </a:cubicBezTo>
                <a:cubicBezTo>
                  <a:pt x="241538" y="159176"/>
                  <a:pt x="265294" y="182933"/>
                  <a:pt x="265294" y="212235"/>
                </a:cubicBezTo>
                <a:cubicBezTo>
                  <a:pt x="265294" y="241538"/>
                  <a:pt x="241538" y="265294"/>
                  <a:pt x="212235" y="265294"/>
                </a:cubicBezTo>
                <a:close/>
              </a:path>
            </a:pathLst>
          </a:custGeom>
          <a:solidFill>
            <a:srgbClr val="48929B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20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2522A-E0B9-D6DA-0779-C9262F7F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lowchart: Data 41">
            <a:extLst>
              <a:ext uri="{FF2B5EF4-FFF2-40B4-BE49-F238E27FC236}">
                <a16:creationId xmlns:a16="http://schemas.microsoft.com/office/drawing/2014/main" id="{7AA779E1-B5D2-ED26-925F-3668613E517C}"/>
              </a:ext>
            </a:extLst>
          </p:cNvPr>
          <p:cNvSpPr/>
          <p:nvPr/>
        </p:nvSpPr>
        <p:spPr>
          <a:xfrm rot="11668343">
            <a:off x="383258" y="2552092"/>
            <a:ext cx="8581677" cy="3412984"/>
          </a:xfrm>
          <a:prstGeom prst="flowChartInputOutput">
            <a:avLst/>
          </a:prstGeom>
          <a:ln w="762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6ED84-21A7-C446-B9FD-A26AA3CD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42AB9-D603-6FF3-01F1-0C96F908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C5548C-B930-916D-3D80-D643F24D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4" y="-240428"/>
            <a:ext cx="9753600" cy="960276"/>
          </a:xfrm>
        </p:spPr>
        <p:txBody>
          <a:bodyPr/>
          <a:lstStyle/>
          <a:p>
            <a:r>
              <a:rPr lang="en-US" dirty="0"/>
              <a:t>Competition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63B72B-01E1-E60E-AB17-D7FB13A9FC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pic>
        <p:nvPicPr>
          <p:cNvPr id="8" name="Graphic 7" descr="Rubber duck with solid fill">
            <a:extLst>
              <a:ext uri="{FF2B5EF4-FFF2-40B4-BE49-F238E27FC236}">
                <a16:creationId xmlns:a16="http://schemas.microsoft.com/office/drawing/2014/main" id="{A57629F1-4F40-D657-0F0D-37A6D9D4F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6121" y="4409696"/>
            <a:ext cx="914400" cy="914400"/>
          </a:xfrm>
          <a:prstGeom prst="rect">
            <a:avLst/>
          </a:prstGeom>
        </p:spPr>
      </p:pic>
      <p:pic>
        <p:nvPicPr>
          <p:cNvPr id="10" name="Graphic 9" descr="Pen with solid fill">
            <a:extLst>
              <a:ext uri="{FF2B5EF4-FFF2-40B4-BE49-F238E27FC236}">
                <a16:creationId xmlns:a16="http://schemas.microsoft.com/office/drawing/2014/main" id="{0E0D8299-F1E9-7694-7338-1BAF9E861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4616503"/>
            <a:ext cx="914400" cy="914400"/>
          </a:xfrm>
          <a:prstGeom prst="rect">
            <a:avLst/>
          </a:prstGeom>
        </p:spPr>
      </p:pic>
      <p:pic>
        <p:nvPicPr>
          <p:cNvPr id="12" name="Graphic 11" descr="Pyramid outline">
            <a:extLst>
              <a:ext uri="{FF2B5EF4-FFF2-40B4-BE49-F238E27FC236}">
                <a16:creationId xmlns:a16="http://schemas.microsoft.com/office/drawing/2014/main" id="{A45D2CE9-8708-431D-2772-9F208F29E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9192" y="3495296"/>
            <a:ext cx="914400" cy="9144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A1553B6-A7D4-2C41-7C30-5D2E63AC753F}"/>
              </a:ext>
            </a:extLst>
          </p:cNvPr>
          <p:cNvSpPr/>
          <p:nvPr/>
        </p:nvSpPr>
        <p:spPr>
          <a:xfrm>
            <a:off x="2158303" y="1463127"/>
            <a:ext cx="1198457" cy="1218690"/>
          </a:xfrm>
          <a:custGeom>
            <a:avLst/>
            <a:gdLst>
              <a:gd name="connsiteX0" fmla="*/ 1198457 w 1198457"/>
              <a:gd name="connsiteY0" fmla="*/ 544525 h 1218690"/>
              <a:gd name="connsiteX1" fmla="*/ 1104755 w 1198457"/>
              <a:gd name="connsiteY1" fmla="*/ 223661 h 1218690"/>
              <a:gd name="connsiteX2" fmla="*/ 855167 w 1198457"/>
              <a:gd name="connsiteY2" fmla="*/ 521851 h 1218690"/>
              <a:gd name="connsiteX3" fmla="*/ 341009 w 1198457"/>
              <a:gd name="connsiteY3" fmla="*/ 568313 h 1218690"/>
              <a:gd name="connsiteX4" fmla="*/ 294547 w 1198457"/>
              <a:gd name="connsiteY4" fmla="*/ 54159 h 1218690"/>
              <a:gd name="connsiteX5" fmla="*/ 340991 w 1198457"/>
              <a:gd name="connsiteY5" fmla="*/ 7711 h 1218690"/>
              <a:gd name="connsiteX6" fmla="*/ 350188 w 1198457"/>
              <a:gd name="connsiteY6" fmla="*/ 0 h 1218690"/>
              <a:gd name="connsiteX7" fmla="*/ 0 w 1198457"/>
              <a:gd name="connsiteY7" fmla="*/ 544525 h 1218690"/>
              <a:gd name="connsiteX8" fmla="*/ 0 w 1198457"/>
              <a:gd name="connsiteY8" fmla="*/ 1218690 h 1218690"/>
              <a:gd name="connsiteX9" fmla="*/ 1198457 w 1198457"/>
              <a:gd name="connsiteY9" fmla="*/ 1218690 h 121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8457" h="1218690">
                <a:moveTo>
                  <a:pt x="1198457" y="544525"/>
                </a:moveTo>
                <a:cubicBezTo>
                  <a:pt x="1198485" y="430820"/>
                  <a:pt x="1165971" y="319481"/>
                  <a:pt x="1104755" y="223661"/>
                </a:cubicBezTo>
                <a:lnTo>
                  <a:pt x="855167" y="521851"/>
                </a:lnTo>
                <a:cubicBezTo>
                  <a:pt x="726018" y="676663"/>
                  <a:pt x="495820" y="697465"/>
                  <a:pt x="341009" y="568313"/>
                </a:cubicBezTo>
                <a:cubicBezTo>
                  <a:pt x="186201" y="439164"/>
                  <a:pt x="165398" y="208967"/>
                  <a:pt x="294547" y="54159"/>
                </a:cubicBezTo>
                <a:cubicBezTo>
                  <a:pt x="308601" y="37311"/>
                  <a:pt x="324147" y="21765"/>
                  <a:pt x="340991" y="7711"/>
                </a:cubicBezTo>
                <a:lnTo>
                  <a:pt x="350188" y="0"/>
                </a:lnTo>
                <a:cubicBezTo>
                  <a:pt x="136938" y="97317"/>
                  <a:pt x="85" y="310118"/>
                  <a:pt x="0" y="544525"/>
                </a:cubicBezTo>
                <a:lnTo>
                  <a:pt x="0" y="1218690"/>
                </a:lnTo>
                <a:lnTo>
                  <a:pt x="1198457" y="1218690"/>
                </a:ln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EAB3DE7-933E-B90F-653E-A7E8326B58D8}"/>
              </a:ext>
            </a:extLst>
          </p:cNvPr>
          <p:cNvSpPr/>
          <p:nvPr/>
        </p:nvSpPr>
        <p:spPr>
          <a:xfrm rot="6967071">
            <a:off x="2372510" y="1569190"/>
            <a:ext cx="1039386" cy="1125129"/>
          </a:xfrm>
          <a:custGeom>
            <a:avLst/>
            <a:gdLst>
              <a:gd name="connsiteX0" fmla="*/ 884171 w 1039386"/>
              <a:gd name="connsiteY0" fmla="*/ 64095 h 1125129"/>
              <a:gd name="connsiteX1" fmla="*/ 890680 w 1039386"/>
              <a:gd name="connsiteY1" fmla="*/ 0 h 1125129"/>
              <a:gd name="connsiteX2" fmla="*/ 92640 w 1039386"/>
              <a:gd name="connsiteY2" fmla="*/ 667727 h 1125129"/>
              <a:gd name="connsiteX3" fmla="*/ 60465 w 1039386"/>
              <a:gd name="connsiteY3" fmla="*/ 1032489 h 1125129"/>
              <a:gd name="connsiteX4" fmla="*/ 425227 w 1039386"/>
              <a:gd name="connsiteY4" fmla="*/ 1064664 h 1125129"/>
              <a:gd name="connsiteX5" fmla="*/ 457402 w 1039386"/>
              <a:gd name="connsiteY5" fmla="*/ 1032489 h 1125129"/>
              <a:gd name="connsiteX6" fmla="*/ 1039386 w 1039386"/>
              <a:gd name="connsiteY6" fmla="*/ 336959 h 1125129"/>
              <a:gd name="connsiteX7" fmla="*/ 884171 w 1039386"/>
              <a:gd name="connsiteY7" fmla="*/ 64095 h 1125129"/>
              <a:gd name="connsiteX8" fmla="*/ 350860 w 1039386"/>
              <a:gd name="connsiteY8" fmla="*/ 874338 h 1125129"/>
              <a:gd name="connsiteX9" fmla="*/ 250812 w 1039386"/>
              <a:gd name="connsiteY9" fmla="*/ 874353 h 1125129"/>
              <a:gd name="connsiteX10" fmla="*/ 250794 w 1039386"/>
              <a:gd name="connsiteY10" fmla="*/ 774305 h 1125129"/>
              <a:gd name="connsiteX11" fmla="*/ 350845 w 1039386"/>
              <a:gd name="connsiteY11" fmla="*/ 774291 h 1125129"/>
              <a:gd name="connsiteX12" fmla="*/ 350860 w 1039386"/>
              <a:gd name="connsiteY12" fmla="*/ 774305 h 1125129"/>
              <a:gd name="connsiteX13" fmla="*/ 350860 w 1039386"/>
              <a:gd name="connsiteY13" fmla="*/ 874338 h 112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9386" h="1125129">
                <a:moveTo>
                  <a:pt x="884171" y="64095"/>
                </a:moveTo>
                <a:cubicBezTo>
                  <a:pt x="884171" y="42564"/>
                  <a:pt x="886350" y="21089"/>
                  <a:pt x="890680" y="0"/>
                </a:cubicBezTo>
                <a:lnTo>
                  <a:pt x="92640" y="667727"/>
                </a:lnTo>
                <a:cubicBezTo>
                  <a:pt x="-16972" y="759569"/>
                  <a:pt x="-31376" y="922877"/>
                  <a:pt x="60465" y="1032489"/>
                </a:cubicBezTo>
                <a:cubicBezTo>
                  <a:pt x="152303" y="1142102"/>
                  <a:pt x="315614" y="1156505"/>
                  <a:pt x="425227" y="1064664"/>
                </a:cubicBezTo>
                <a:cubicBezTo>
                  <a:pt x="436875" y="1054905"/>
                  <a:pt x="447642" y="1044137"/>
                  <a:pt x="457402" y="1032489"/>
                </a:cubicBezTo>
                <a:lnTo>
                  <a:pt x="1039386" y="336959"/>
                </a:lnTo>
                <a:cubicBezTo>
                  <a:pt x="943283" y="279609"/>
                  <a:pt x="884352" y="176010"/>
                  <a:pt x="884171" y="64095"/>
                </a:cubicBezTo>
                <a:close/>
                <a:moveTo>
                  <a:pt x="350860" y="874338"/>
                </a:moveTo>
                <a:cubicBezTo>
                  <a:pt x="323237" y="901972"/>
                  <a:pt x="278441" y="901979"/>
                  <a:pt x="250812" y="874353"/>
                </a:cubicBezTo>
                <a:cubicBezTo>
                  <a:pt x="223179" y="846730"/>
                  <a:pt x="223172" y="801938"/>
                  <a:pt x="250794" y="774305"/>
                </a:cubicBezTo>
                <a:cubicBezTo>
                  <a:pt x="278420" y="746672"/>
                  <a:pt x="323212" y="746665"/>
                  <a:pt x="350845" y="774291"/>
                </a:cubicBezTo>
                <a:cubicBezTo>
                  <a:pt x="350849" y="774294"/>
                  <a:pt x="350856" y="774301"/>
                  <a:pt x="350860" y="774305"/>
                </a:cubicBezTo>
                <a:cubicBezTo>
                  <a:pt x="378479" y="801931"/>
                  <a:pt x="378479" y="846713"/>
                  <a:pt x="350860" y="874338"/>
                </a:cubicBezTo>
                <a:close/>
              </a:path>
            </a:pathLst>
          </a:custGeom>
          <a:solidFill>
            <a:schemeClr val="accent2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BD9BF09-73BC-D89B-BA03-E3E63C40AA1C}"/>
              </a:ext>
            </a:extLst>
          </p:cNvPr>
          <p:cNvSpPr/>
          <p:nvPr/>
        </p:nvSpPr>
        <p:spPr>
          <a:xfrm>
            <a:off x="2014690" y="2823308"/>
            <a:ext cx="1485646" cy="282980"/>
          </a:xfrm>
          <a:custGeom>
            <a:avLst/>
            <a:gdLst>
              <a:gd name="connsiteX0" fmla="*/ 1344157 w 1485646"/>
              <a:gd name="connsiteY0" fmla="*/ 0 h 282980"/>
              <a:gd name="connsiteX1" fmla="*/ 141490 w 1485646"/>
              <a:gd name="connsiteY1" fmla="*/ 0 h 282980"/>
              <a:gd name="connsiteX2" fmla="*/ 0 w 1485646"/>
              <a:gd name="connsiteY2" fmla="*/ 141490 h 282980"/>
              <a:gd name="connsiteX3" fmla="*/ 0 w 1485646"/>
              <a:gd name="connsiteY3" fmla="*/ 282980 h 282980"/>
              <a:gd name="connsiteX4" fmla="*/ 1485647 w 1485646"/>
              <a:gd name="connsiteY4" fmla="*/ 282980 h 282980"/>
              <a:gd name="connsiteX5" fmla="*/ 1485647 w 1485646"/>
              <a:gd name="connsiteY5" fmla="*/ 141490 h 282980"/>
              <a:gd name="connsiteX6" fmla="*/ 1344157 w 1485646"/>
              <a:gd name="connsiteY6" fmla="*/ 0 h 2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646" h="282980">
                <a:moveTo>
                  <a:pt x="1344157" y="0"/>
                </a:moveTo>
                <a:lnTo>
                  <a:pt x="141490" y="0"/>
                </a:lnTo>
                <a:cubicBezTo>
                  <a:pt x="63347" y="0"/>
                  <a:pt x="0" y="63349"/>
                  <a:pt x="0" y="141490"/>
                </a:cubicBezTo>
                <a:lnTo>
                  <a:pt x="0" y="282980"/>
                </a:lnTo>
                <a:lnTo>
                  <a:pt x="1485647" y="282980"/>
                </a:lnTo>
                <a:lnTo>
                  <a:pt x="1485647" y="141490"/>
                </a:lnTo>
                <a:cubicBezTo>
                  <a:pt x="1485647" y="63349"/>
                  <a:pt x="1422298" y="0"/>
                  <a:pt x="1344157" y="0"/>
                </a:cubicBez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4343286-A429-F365-A1D1-8B78BA143220}"/>
              </a:ext>
            </a:extLst>
          </p:cNvPr>
          <p:cNvSpPr/>
          <p:nvPr/>
        </p:nvSpPr>
        <p:spPr>
          <a:xfrm>
            <a:off x="2844505" y="2679450"/>
            <a:ext cx="424470" cy="424470"/>
          </a:xfrm>
          <a:custGeom>
            <a:avLst/>
            <a:gdLst>
              <a:gd name="connsiteX0" fmla="*/ 212235 w 424470"/>
              <a:gd name="connsiteY0" fmla="*/ 0 h 424470"/>
              <a:gd name="connsiteX1" fmla="*/ 0 w 424470"/>
              <a:gd name="connsiteY1" fmla="*/ 212235 h 424470"/>
              <a:gd name="connsiteX2" fmla="*/ 212235 w 424470"/>
              <a:gd name="connsiteY2" fmla="*/ 424471 h 424470"/>
              <a:gd name="connsiteX3" fmla="*/ 424471 w 424470"/>
              <a:gd name="connsiteY3" fmla="*/ 212235 h 424470"/>
              <a:gd name="connsiteX4" fmla="*/ 212235 w 424470"/>
              <a:gd name="connsiteY4" fmla="*/ 0 h 424470"/>
              <a:gd name="connsiteX5" fmla="*/ 212235 w 424470"/>
              <a:gd name="connsiteY5" fmla="*/ 265294 h 424470"/>
              <a:gd name="connsiteX6" fmla="*/ 159176 w 424470"/>
              <a:gd name="connsiteY6" fmla="*/ 212235 h 424470"/>
              <a:gd name="connsiteX7" fmla="*/ 212235 w 424470"/>
              <a:gd name="connsiteY7" fmla="*/ 159176 h 424470"/>
              <a:gd name="connsiteX8" fmla="*/ 265294 w 424470"/>
              <a:gd name="connsiteY8" fmla="*/ 212235 h 424470"/>
              <a:gd name="connsiteX9" fmla="*/ 212235 w 424470"/>
              <a:gd name="connsiteY9" fmla="*/ 265294 h 42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4470" h="424470">
                <a:moveTo>
                  <a:pt x="212235" y="0"/>
                </a:moveTo>
                <a:cubicBezTo>
                  <a:pt x="95021" y="0"/>
                  <a:pt x="0" y="95021"/>
                  <a:pt x="0" y="212235"/>
                </a:cubicBezTo>
                <a:cubicBezTo>
                  <a:pt x="0" y="329449"/>
                  <a:pt x="95021" y="424471"/>
                  <a:pt x="212235" y="424471"/>
                </a:cubicBezTo>
                <a:cubicBezTo>
                  <a:pt x="329449" y="424471"/>
                  <a:pt x="424471" y="329449"/>
                  <a:pt x="424471" y="212235"/>
                </a:cubicBezTo>
                <a:cubicBezTo>
                  <a:pt x="424471" y="95021"/>
                  <a:pt x="329449" y="0"/>
                  <a:pt x="212235" y="0"/>
                </a:cubicBezTo>
                <a:close/>
                <a:moveTo>
                  <a:pt x="212235" y="265294"/>
                </a:moveTo>
                <a:cubicBezTo>
                  <a:pt x="182933" y="265294"/>
                  <a:pt x="159176" y="241538"/>
                  <a:pt x="159176" y="212235"/>
                </a:cubicBezTo>
                <a:cubicBezTo>
                  <a:pt x="159176" y="182933"/>
                  <a:pt x="182933" y="159176"/>
                  <a:pt x="212235" y="159176"/>
                </a:cubicBezTo>
                <a:cubicBezTo>
                  <a:pt x="241538" y="159176"/>
                  <a:pt x="265294" y="182933"/>
                  <a:pt x="265294" y="212235"/>
                </a:cubicBezTo>
                <a:cubicBezTo>
                  <a:pt x="265294" y="241538"/>
                  <a:pt x="241538" y="265294"/>
                  <a:pt x="212235" y="265294"/>
                </a:cubicBezTo>
                <a:close/>
              </a:path>
            </a:pathLst>
          </a:custGeom>
          <a:solidFill>
            <a:srgbClr val="48929B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4DD3A31-79E7-D6F6-37F2-D4C41843F2D3}"/>
              </a:ext>
            </a:extLst>
          </p:cNvPr>
          <p:cNvSpPr/>
          <p:nvPr/>
        </p:nvSpPr>
        <p:spPr>
          <a:xfrm rot="2189139">
            <a:off x="2617697" y="3224522"/>
            <a:ext cx="1246828" cy="1299130"/>
          </a:xfrm>
          <a:custGeom>
            <a:avLst/>
            <a:gdLst>
              <a:gd name="connsiteX0" fmla="*/ 1221485 w 1246828"/>
              <a:gd name="connsiteY0" fmla="*/ 548310 h 1299130"/>
              <a:gd name="connsiteX1" fmla="*/ 1165065 w 1246828"/>
              <a:gd name="connsiteY1" fmla="*/ 483861 h 1299130"/>
              <a:gd name="connsiteX2" fmla="*/ 791036 w 1246828"/>
              <a:gd name="connsiteY2" fmla="*/ 407492 h 1299130"/>
              <a:gd name="connsiteX3" fmla="*/ 726906 w 1246828"/>
              <a:gd name="connsiteY3" fmla="*/ 426770 h 1299130"/>
              <a:gd name="connsiteX4" fmla="*/ 651350 w 1246828"/>
              <a:gd name="connsiteY4" fmla="*/ 502290 h 1299130"/>
              <a:gd name="connsiteX5" fmla="*/ 149060 w 1246828"/>
              <a:gd name="connsiteY5" fmla="*/ 0 h 1299130"/>
              <a:gd name="connsiteX6" fmla="*/ 0 w 1246828"/>
              <a:gd name="connsiteY6" fmla="*/ 251145 h 1299130"/>
              <a:gd name="connsiteX7" fmla="*/ 451248 w 1246828"/>
              <a:gd name="connsiteY7" fmla="*/ 702393 h 1299130"/>
              <a:gd name="connsiteX8" fmla="*/ 378274 w 1246828"/>
              <a:gd name="connsiteY8" fmla="*/ 775402 h 1299130"/>
              <a:gd name="connsiteX9" fmla="*/ 358819 w 1246828"/>
              <a:gd name="connsiteY9" fmla="*/ 838718 h 1299130"/>
              <a:gd name="connsiteX10" fmla="*/ 431156 w 1246828"/>
              <a:gd name="connsiteY10" fmla="*/ 1216639 h 1299130"/>
              <a:gd name="connsiteX11" fmla="*/ 495923 w 1246828"/>
              <a:gd name="connsiteY11" fmla="*/ 1273907 h 1299130"/>
              <a:gd name="connsiteX12" fmla="*/ 871084 w 1246828"/>
              <a:gd name="connsiteY12" fmla="*/ 1298915 h 1299130"/>
              <a:gd name="connsiteX13" fmla="*/ 875859 w 1246828"/>
              <a:gd name="connsiteY13" fmla="*/ 1299092 h 1299130"/>
              <a:gd name="connsiteX14" fmla="*/ 948921 w 1246828"/>
              <a:gd name="connsiteY14" fmla="*/ 1230664 h 1299130"/>
              <a:gd name="connsiteX15" fmla="*/ 880493 w 1246828"/>
              <a:gd name="connsiteY15" fmla="*/ 1157602 h 1299130"/>
              <a:gd name="connsiteX16" fmla="*/ 559806 w 1246828"/>
              <a:gd name="connsiteY16" fmla="*/ 1136378 h 1299130"/>
              <a:gd name="connsiteX17" fmla="*/ 504802 w 1246828"/>
              <a:gd name="connsiteY17" fmla="*/ 848976 h 1299130"/>
              <a:gd name="connsiteX18" fmla="*/ 800056 w 1246828"/>
              <a:gd name="connsiteY18" fmla="*/ 553722 h 1299130"/>
              <a:gd name="connsiteX19" fmla="*/ 1083956 w 1246828"/>
              <a:gd name="connsiteY19" fmla="*/ 611556 h 1299130"/>
              <a:gd name="connsiteX20" fmla="*/ 1105392 w 1246828"/>
              <a:gd name="connsiteY20" fmla="*/ 932880 h 1299130"/>
              <a:gd name="connsiteX21" fmla="*/ 1180736 w 1246828"/>
              <a:gd name="connsiteY21" fmla="*/ 998814 h 1299130"/>
              <a:gd name="connsiteX22" fmla="*/ 1246670 w 1246828"/>
              <a:gd name="connsiteY22" fmla="*/ 923471 h 12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46828" h="1299130">
                <a:moveTo>
                  <a:pt x="1221485" y="548310"/>
                </a:moveTo>
                <a:cubicBezTo>
                  <a:pt x="1219298" y="516588"/>
                  <a:pt x="1196218" y="490225"/>
                  <a:pt x="1165065" y="483861"/>
                </a:cubicBezTo>
                <a:lnTo>
                  <a:pt x="791036" y="407492"/>
                </a:lnTo>
                <a:cubicBezTo>
                  <a:pt x="767775" y="402674"/>
                  <a:pt x="743655" y="409925"/>
                  <a:pt x="726906" y="426770"/>
                </a:cubicBezTo>
                <a:lnTo>
                  <a:pt x="651350" y="502290"/>
                </a:lnTo>
                <a:lnTo>
                  <a:pt x="149060" y="0"/>
                </a:lnTo>
                <a:cubicBezTo>
                  <a:pt x="142997" y="102920"/>
                  <a:pt x="87441" y="196523"/>
                  <a:pt x="0" y="251145"/>
                </a:cubicBezTo>
                <a:lnTo>
                  <a:pt x="451248" y="702393"/>
                </a:lnTo>
                <a:lnTo>
                  <a:pt x="378274" y="775402"/>
                </a:lnTo>
                <a:cubicBezTo>
                  <a:pt x="361698" y="791981"/>
                  <a:pt x="354412" y="815694"/>
                  <a:pt x="358819" y="838718"/>
                </a:cubicBezTo>
                <a:lnTo>
                  <a:pt x="431156" y="1216639"/>
                </a:lnTo>
                <a:cubicBezTo>
                  <a:pt x="437212" y="1248233"/>
                  <a:pt x="463826" y="1271763"/>
                  <a:pt x="495923" y="1273907"/>
                </a:cubicBezTo>
                <a:lnTo>
                  <a:pt x="871084" y="1298915"/>
                </a:lnTo>
                <a:cubicBezTo>
                  <a:pt x="872676" y="1298915"/>
                  <a:pt x="874268" y="1299092"/>
                  <a:pt x="875859" y="1299092"/>
                </a:cubicBezTo>
                <a:cubicBezTo>
                  <a:pt x="914932" y="1300372"/>
                  <a:pt x="947641" y="1269736"/>
                  <a:pt x="948921" y="1230664"/>
                </a:cubicBezTo>
                <a:cubicBezTo>
                  <a:pt x="950202" y="1191591"/>
                  <a:pt x="919566" y="1158882"/>
                  <a:pt x="880493" y="1157602"/>
                </a:cubicBezTo>
                <a:lnTo>
                  <a:pt x="559806" y="1136378"/>
                </a:lnTo>
                <a:lnTo>
                  <a:pt x="504802" y="848976"/>
                </a:lnTo>
                <a:lnTo>
                  <a:pt x="800056" y="553722"/>
                </a:lnTo>
                <a:lnTo>
                  <a:pt x="1083956" y="611556"/>
                </a:lnTo>
                <a:lnTo>
                  <a:pt x="1105392" y="932880"/>
                </a:lnTo>
                <a:cubicBezTo>
                  <a:pt x="1107992" y="971892"/>
                  <a:pt x="1141723" y="1001414"/>
                  <a:pt x="1180736" y="998814"/>
                </a:cubicBezTo>
                <a:cubicBezTo>
                  <a:pt x="1219748" y="996215"/>
                  <a:pt x="1249266" y="962483"/>
                  <a:pt x="1246670" y="923471"/>
                </a:cubicBezTo>
                <a:close/>
              </a:path>
            </a:pathLst>
          </a:custGeom>
          <a:solidFill>
            <a:srgbClr val="68286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6" name="Graphic 15" descr="Satellite dish with solid fill">
            <a:extLst>
              <a:ext uri="{FF2B5EF4-FFF2-40B4-BE49-F238E27FC236}">
                <a16:creationId xmlns:a16="http://schemas.microsoft.com/office/drawing/2014/main" id="{BDF5F0BA-1A06-B7AA-59D4-925F55C2A1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7558051">
            <a:off x="2875879" y="3278461"/>
            <a:ext cx="914400" cy="914400"/>
          </a:xfrm>
          <a:prstGeom prst="rect">
            <a:avLst/>
          </a:prstGeom>
        </p:spPr>
      </p:pic>
      <p:pic>
        <p:nvPicPr>
          <p:cNvPr id="14" name="Graphic 13" descr="Wi-Fi outline">
            <a:extLst>
              <a:ext uri="{FF2B5EF4-FFF2-40B4-BE49-F238E27FC236}">
                <a16:creationId xmlns:a16="http://schemas.microsoft.com/office/drawing/2014/main" id="{DDA39AF8-7BE7-B7BA-AEFB-F4985964BA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56121" y="3899878"/>
            <a:ext cx="914400" cy="914400"/>
          </a:xfrm>
          <a:prstGeom prst="rect">
            <a:avLst/>
          </a:prstGeom>
        </p:spPr>
      </p:pic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61674111-9E74-ED30-9D80-C75D9BEB8B19}"/>
              </a:ext>
            </a:extLst>
          </p:cNvPr>
          <p:cNvSpPr/>
          <p:nvPr/>
        </p:nvSpPr>
        <p:spPr>
          <a:xfrm>
            <a:off x="3585580" y="661634"/>
            <a:ext cx="3289047" cy="963466"/>
          </a:xfrm>
          <a:prstGeom prst="cloudCallout">
            <a:avLst>
              <a:gd name="adj1" fmla="val -64852"/>
              <a:gd name="adj2" fmla="val 476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Duck Detected</a:t>
            </a:r>
          </a:p>
        </p:txBody>
      </p:sp>
    </p:spTree>
    <p:extLst>
      <p:ext uri="{BB962C8B-B14F-4D97-AF65-F5344CB8AC3E}">
        <p14:creationId xmlns:p14="http://schemas.microsoft.com/office/powerpoint/2010/main" val="100126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F363-37F3-44C7-F041-4FD4AE110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lowchart: Data 41">
            <a:extLst>
              <a:ext uri="{FF2B5EF4-FFF2-40B4-BE49-F238E27FC236}">
                <a16:creationId xmlns:a16="http://schemas.microsoft.com/office/drawing/2014/main" id="{658530AE-4A23-D97B-B897-1E90D1F0308A}"/>
              </a:ext>
            </a:extLst>
          </p:cNvPr>
          <p:cNvSpPr/>
          <p:nvPr/>
        </p:nvSpPr>
        <p:spPr>
          <a:xfrm rot="11668343">
            <a:off x="383258" y="2552092"/>
            <a:ext cx="8581677" cy="3412984"/>
          </a:xfrm>
          <a:prstGeom prst="flowChartInputOutput">
            <a:avLst/>
          </a:prstGeom>
          <a:ln w="762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F2ADE-B60E-EB49-C3EC-8C8215EA1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FAB84-31C6-ABD2-4B06-202A62D7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6C6E2F-8878-635E-EFFC-B87A9210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4" y="-240428"/>
            <a:ext cx="9753600" cy="960276"/>
          </a:xfrm>
        </p:spPr>
        <p:txBody>
          <a:bodyPr/>
          <a:lstStyle/>
          <a:p>
            <a:r>
              <a:rPr lang="en-US" dirty="0"/>
              <a:t>Competition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48AA17-A48C-D9EA-FF09-C86B1F1C4F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pic>
        <p:nvPicPr>
          <p:cNvPr id="8" name="Graphic 7" descr="Rubber duck with solid fill">
            <a:extLst>
              <a:ext uri="{FF2B5EF4-FFF2-40B4-BE49-F238E27FC236}">
                <a16:creationId xmlns:a16="http://schemas.microsoft.com/office/drawing/2014/main" id="{D657E4D0-6556-7B87-0744-A2D6EF892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5864" y="2523477"/>
            <a:ext cx="914400" cy="914400"/>
          </a:xfrm>
          <a:prstGeom prst="rect">
            <a:avLst/>
          </a:prstGeom>
        </p:spPr>
      </p:pic>
      <p:pic>
        <p:nvPicPr>
          <p:cNvPr id="10" name="Graphic 9" descr="Pen with solid fill">
            <a:extLst>
              <a:ext uri="{FF2B5EF4-FFF2-40B4-BE49-F238E27FC236}">
                <a16:creationId xmlns:a16="http://schemas.microsoft.com/office/drawing/2014/main" id="{3B2B32A4-DAC0-FD8A-6696-27D39671A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4616503"/>
            <a:ext cx="914400" cy="914400"/>
          </a:xfrm>
          <a:prstGeom prst="rect">
            <a:avLst/>
          </a:prstGeom>
        </p:spPr>
      </p:pic>
      <p:pic>
        <p:nvPicPr>
          <p:cNvPr id="12" name="Graphic 11" descr="Pyramid outline">
            <a:extLst>
              <a:ext uri="{FF2B5EF4-FFF2-40B4-BE49-F238E27FC236}">
                <a16:creationId xmlns:a16="http://schemas.microsoft.com/office/drawing/2014/main" id="{6482D0C7-D5C9-D239-16BD-18A926AE3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9192" y="3495296"/>
            <a:ext cx="914400" cy="9144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5789EB2-30FC-5DDD-5818-D338398EA2C3}"/>
              </a:ext>
            </a:extLst>
          </p:cNvPr>
          <p:cNvSpPr/>
          <p:nvPr/>
        </p:nvSpPr>
        <p:spPr>
          <a:xfrm>
            <a:off x="2158303" y="1463127"/>
            <a:ext cx="1198457" cy="1218690"/>
          </a:xfrm>
          <a:custGeom>
            <a:avLst/>
            <a:gdLst>
              <a:gd name="connsiteX0" fmla="*/ 1198457 w 1198457"/>
              <a:gd name="connsiteY0" fmla="*/ 544525 h 1218690"/>
              <a:gd name="connsiteX1" fmla="*/ 1104755 w 1198457"/>
              <a:gd name="connsiteY1" fmla="*/ 223661 h 1218690"/>
              <a:gd name="connsiteX2" fmla="*/ 855167 w 1198457"/>
              <a:gd name="connsiteY2" fmla="*/ 521851 h 1218690"/>
              <a:gd name="connsiteX3" fmla="*/ 341009 w 1198457"/>
              <a:gd name="connsiteY3" fmla="*/ 568313 h 1218690"/>
              <a:gd name="connsiteX4" fmla="*/ 294547 w 1198457"/>
              <a:gd name="connsiteY4" fmla="*/ 54159 h 1218690"/>
              <a:gd name="connsiteX5" fmla="*/ 340991 w 1198457"/>
              <a:gd name="connsiteY5" fmla="*/ 7711 h 1218690"/>
              <a:gd name="connsiteX6" fmla="*/ 350188 w 1198457"/>
              <a:gd name="connsiteY6" fmla="*/ 0 h 1218690"/>
              <a:gd name="connsiteX7" fmla="*/ 0 w 1198457"/>
              <a:gd name="connsiteY7" fmla="*/ 544525 h 1218690"/>
              <a:gd name="connsiteX8" fmla="*/ 0 w 1198457"/>
              <a:gd name="connsiteY8" fmla="*/ 1218690 h 1218690"/>
              <a:gd name="connsiteX9" fmla="*/ 1198457 w 1198457"/>
              <a:gd name="connsiteY9" fmla="*/ 1218690 h 121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8457" h="1218690">
                <a:moveTo>
                  <a:pt x="1198457" y="544525"/>
                </a:moveTo>
                <a:cubicBezTo>
                  <a:pt x="1198485" y="430820"/>
                  <a:pt x="1165971" y="319481"/>
                  <a:pt x="1104755" y="223661"/>
                </a:cubicBezTo>
                <a:lnTo>
                  <a:pt x="855167" y="521851"/>
                </a:lnTo>
                <a:cubicBezTo>
                  <a:pt x="726018" y="676663"/>
                  <a:pt x="495820" y="697465"/>
                  <a:pt x="341009" y="568313"/>
                </a:cubicBezTo>
                <a:cubicBezTo>
                  <a:pt x="186201" y="439164"/>
                  <a:pt x="165398" y="208967"/>
                  <a:pt x="294547" y="54159"/>
                </a:cubicBezTo>
                <a:cubicBezTo>
                  <a:pt x="308601" y="37311"/>
                  <a:pt x="324147" y="21765"/>
                  <a:pt x="340991" y="7711"/>
                </a:cubicBezTo>
                <a:lnTo>
                  <a:pt x="350188" y="0"/>
                </a:lnTo>
                <a:cubicBezTo>
                  <a:pt x="136938" y="97317"/>
                  <a:pt x="85" y="310118"/>
                  <a:pt x="0" y="544525"/>
                </a:cubicBezTo>
                <a:lnTo>
                  <a:pt x="0" y="1218690"/>
                </a:lnTo>
                <a:lnTo>
                  <a:pt x="1198457" y="1218690"/>
                </a:ln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81AE26A-738C-58E8-581F-D5C16796E7E4}"/>
              </a:ext>
            </a:extLst>
          </p:cNvPr>
          <p:cNvSpPr/>
          <p:nvPr/>
        </p:nvSpPr>
        <p:spPr>
          <a:xfrm rot="1803069">
            <a:off x="2661665" y="1059828"/>
            <a:ext cx="1039386" cy="1125129"/>
          </a:xfrm>
          <a:custGeom>
            <a:avLst/>
            <a:gdLst>
              <a:gd name="connsiteX0" fmla="*/ 884171 w 1039386"/>
              <a:gd name="connsiteY0" fmla="*/ 64095 h 1125129"/>
              <a:gd name="connsiteX1" fmla="*/ 890680 w 1039386"/>
              <a:gd name="connsiteY1" fmla="*/ 0 h 1125129"/>
              <a:gd name="connsiteX2" fmla="*/ 92640 w 1039386"/>
              <a:gd name="connsiteY2" fmla="*/ 667727 h 1125129"/>
              <a:gd name="connsiteX3" fmla="*/ 60465 w 1039386"/>
              <a:gd name="connsiteY3" fmla="*/ 1032489 h 1125129"/>
              <a:gd name="connsiteX4" fmla="*/ 425227 w 1039386"/>
              <a:gd name="connsiteY4" fmla="*/ 1064664 h 1125129"/>
              <a:gd name="connsiteX5" fmla="*/ 457402 w 1039386"/>
              <a:gd name="connsiteY5" fmla="*/ 1032489 h 1125129"/>
              <a:gd name="connsiteX6" fmla="*/ 1039386 w 1039386"/>
              <a:gd name="connsiteY6" fmla="*/ 336959 h 1125129"/>
              <a:gd name="connsiteX7" fmla="*/ 884171 w 1039386"/>
              <a:gd name="connsiteY7" fmla="*/ 64095 h 1125129"/>
              <a:gd name="connsiteX8" fmla="*/ 350860 w 1039386"/>
              <a:gd name="connsiteY8" fmla="*/ 874338 h 1125129"/>
              <a:gd name="connsiteX9" fmla="*/ 250812 w 1039386"/>
              <a:gd name="connsiteY9" fmla="*/ 874353 h 1125129"/>
              <a:gd name="connsiteX10" fmla="*/ 250794 w 1039386"/>
              <a:gd name="connsiteY10" fmla="*/ 774305 h 1125129"/>
              <a:gd name="connsiteX11" fmla="*/ 350845 w 1039386"/>
              <a:gd name="connsiteY11" fmla="*/ 774291 h 1125129"/>
              <a:gd name="connsiteX12" fmla="*/ 350860 w 1039386"/>
              <a:gd name="connsiteY12" fmla="*/ 774305 h 1125129"/>
              <a:gd name="connsiteX13" fmla="*/ 350860 w 1039386"/>
              <a:gd name="connsiteY13" fmla="*/ 874338 h 112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9386" h="1125129">
                <a:moveTo>
                  <a:pt x="884171" y="64095"/>
                </a:moveTo>
                <a:cubicBezTo>
                  <a:pt x="884171" y="42564"/>
                  <a:pt x="886350" y="21089"/>
                  <a:pt x="890680" y="0"/>
                </a:cubicBezTo>
                <a:lnTo>
                  <a:pt x="92640" y="667727"/>
                </a:lnTo>
                <a:cubicBezTo>
                  <a:pt x="-16972" y="759569"/>
                  <a:pt x="-31376" y="922877"/>
                  <a:pt x="60465" y="1032489"/>
                </a:cubicBezTo>
                <a:cubicBezTo>
                  <a:pt x="152303" y="1142102"/>
                  <a:pt x="315614" y="1156505"/>
                  <a:pt x="425227" y="1064664"/>
                </a:cubicBezTo>
                <a:cubicBezTo>
                  <a:pt x="436875" y="1054905"/>
                  <a:pt x="447642" y="1044137"/>
                  <a:pt x="457402" y="1032489"/>
                </a:cubicBezTo>
                <a:lnTo>
                  <a:pt x="1039386" y="336959"/>
                </a:lnTo>
                <a:cubicBezTo>
                  <a:pt x="943283" y="279609"/>
                  <a:pt x="884352" y="176010"/>
                  <a:pt x="884171" y="64095"/>
                </a:cubicBezTo>
                <a:close/>
                <a:moveTo>
                  <a:pt x="350860" y="874338"/>
                </a:moveTo>
                <a:cubicBezTo>
                  <a:pt x="323237" y="901972"/>
                  <a:pt x="278441" y="901979"/>
                  <a:pt x="250812" y="874353"/>
                </a:cubicBezTo>
                <a:cubicBezTo>
                  <a:pt x="223179" y="846730"/>
                  <a:pt x="223172" y="801938"/>
                  <a:pt x="250794" y="774305"/>
                </a:cubicBezTo>
                <a:cubicBezTo>
                  <a:pt x="278420" y="746672"/>
                  <a:pt x="323212" y="746665"/>
                  <a:pt x="350845" y="774291"/>
                </a:cubicBezTo>
                <a:cubicBezTo>
                  <a:pt x="350849" y="774294"/>
                  <a:pt x="350856" y="774301"/>
                  <a:pt x="350860" y="774305"/>
                </a:cubicBezTo>
                <a:cubicBezTo>
                  <a:pt x="378479" y="801931"/>
                  <a:pt x="378479" y="846713"/>
                  <a:pt x="350860" y="874338"/>
                </a:cubicBezTo>
                <a:close/>
              </a:path>
            </a:pathLst>
          </a:custGeom>
          <a:solidFill>
            <a:schemeClr val="accent2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90B944E-F6AA-180F-1435-3324582C793B}"/>
              </a:ext>
            </a:extLst>
          </p:cNvPr>
          <p:cNvSpPr/>
          <p:nvPr/>
        </p:nvSpPr>
        <p:spPr>
          <a:xfrm>
            <a:off x="2014690" y="2823308"/>
            <a:ext cx="1485646" cy="282980"/>
          </a:xfrm>
          <a:custGeom>
            <a:avLst/>
            <a:gdLst>
              <a:gd name="connsiteX0" fmla="*/ 1344157 w 1485646"/>
              <a:gd name="connsiteY0" fmla="*/ 0 h 282980"/>
              <a:gd name="connsiteX1" fmla="*/ 141490 w 1485646"/>
              <a:gd name="connsiteY1" fmla="*/ 0 h 282980"/>
              <a:gd name="connsiteX2" fmla="*/ 0 w 1485646"/>
              <a:gd name="connsiteY2" fmla="*/ 141490 h 282980"/>
              <a:gd name="connsiteX3" fmla="*/ 0 w 1485646"/>
              <a:gd name="connsiteY3" fmla="*/ 282980 h 282980"/>
              <a:gd name="connsiteX4" fmla="*/ 1485647 w 1485646"/>
              <a:gd name="connsiteY4" fmla="*/ 282980 h 282980"/>
              <a:gd name="connsiteX5" fmla="*/ 1485647 w 1485646"/>
              <a:gd name="connsiteY5" fmla="*/ 141490 h 282980"/>
              <a:gd name="connsiteX6" fmla="*/ 1344157 w 1485646"/>
              <a:gd name="connsiteY6" fmla="*/ 0 h 2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646" h="282980">
                <a:moveTo>
                  <a:pt x="1344157" y="0"/>
                </a:moveTo>
                <a:lnTo>
                  <a:pt x="141490" y="0"/>
                </a:lnTo>
                <a:cubicBezTo>
                  <a:pt x="63347" y="0"/>
                  <a:pt x="0" y="63349"/>
                  <a:pt x="0" y="141490"/>
                </a:cubicBezTo>
                <a:lnTo>
                  <a:pt x="0" y="282980"/>
                </a:lnTo>
                <a:lnTo>
                  <a:pt x="1485647" y="282980"/>
                </a:lnTo>
                <a:lnTo>
                  <a:pt x="1485647" y="141490"/>
                </a:lnTo>
                <a:cubicBezTo>
                  <a:pt x="1485647" y="63349"/>
                  <a:pt x="1422298" y="0"/>
                  <a:pt x="1344157" y="0"/>
                </a:cubicBez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62E39C-DCE8-F8AE-2ADF-E68BCDB4942E}"/>
              </a:ext>
            </a:extLst>
          </p:cNvPr>
          <p:cNvSpPr/>
          <p:nvPr/>
        </p:nvSpPr>
        <p:spPr>
          <a:xfrm>
            <a:off x="3770521" y="1315433"/>
            <a:ext cx="424470" cy="424470"/>
          </a:xfrm>
          <a:custGeom>
            <a:avLst/>
            <a:gdLst>
              <a:gd name="connsiteX0" fmla="*/ 212235 w 424470"/>
              <a:gd name="connsiteY0" fmla="*/ 0 h 424470"/>
              <a:gd name="connsiteX1" fmla="*/ 0 w 424470"/>
              <a:gd name="connsiteY1" fmla="*/ 212235 h 424470"/>
              <a:gd name="connsiteX2" fmla="*/ 212235 w 424470"/>
              <a:gd name="connsiteY2" fmla="*/ 424471 h 424470"/>
              <a:gd name="connsiteX3" fmla="*/ 424471 w 424470"/>
              <a:gd name="connsiteY3" fmla="*/ 212235 h 424470"/>
              <a:gd name="connsiteX4" fmla="*/ 212235 w 424470"/>
              <a:gd name="connsiteY4" fmla="*/ 0 h 424470"/>
              <a:gd name="connsiteX5" fmla="*/ 212235 w 424470"/>
              <a:gd name="connsiteY5" fmla="*/ 265294 h 424470"/>
              <a:gd name="connsiteX6" fmla="*/ 159176 w 424470"/>
              <a:gd name="connsiteY6" fmla="*/ 212235 h 424470"/>
              <a:gd name="connsiteX7" fmla="*/ 212235 w 424470"/>
              <a:gd name="connsiteY7" fmla="*/ 159176 h 424470"/>
              <a:gd name="connsiteX8" fmla="*/ 265294 w 424470"/>
              <a:gd name="connsiteY8" fmla="*/ 212235 h 424470"/>
              <a:gd name="connsiteX9" fmla="*/ 212235 w 424470"/>
              <a:gd name="connsiteY9" fmla="*/ 265294 h 42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4470" h="424470">
                <a:moveTo>
                  <a:pt x="212235" y="0"/>
                </a:moveTo>
                <a:cubicBezTo>
                  <a:pt x="95021" y="0"/>
                  <a:pt x="0" y="95021"/>
                  <a:pt x="0" y="212235"/>
                </a:cubicBezTo>
                <a:cubicBezTo>
                  <a:pt x="0" y="329449"/>
                  <a:pt x="95021" y="424471"/>
                  <a:pt x="212235" y="424471"/>
                </a:cubicBezTo>
                <a:cubicBezTo>
                  <a:pt x="329449" y="424471"/>
                  <a:pt x="424471" y="329449"/>
                  <a:pt x="424471" y="212235"/>
                </a:cubicBezTo>
                <a:cubicBezTo>
                  <a:pt x="424471" y="95021"/>
                  <a:pt x="329449" y="0"/>
                  <a:pt x="212235" y="0"/>
                </a:cubicBezTo>
                <a:close/>
                <a:moveTo>
                  <a:pt x="212235" y="265294"/>
                </a:moveTo>
                <a:cubicBezTo>
                  <a:pt x="182933" y="265294"/>
                  <a:pt x="159176" y="241538"/>
                  <a:pt x="159176" y="212235"/>
                </a:cubicBezTo>
                <a:cubicBezTo>
                  <a:pt x="159176" y="182933"/>
                  <a:pt x="182933" y="159176"/>
                  <a:pt x="212235" y="159176"/>
                </a:cubicBezTo>
                <a:cubicBezTo>
                  <a:pt x="241538" y="159176"/>
                  <a:pt x="265294" y="182933"/>
                  <a:pt x="265294" y="212235"/>
                </a:cubicBezTo>
                <a:cubicBezTo>
                  <a:pt x="265294" y="241538"/>
                  <a:pt x="241538" y="265294"/>
                  <a:pt x="212235" y="265294"/>
                </a:cubicBezTo>
                <a:close/>
              </a:path>
            </a:pathLst>
          </a:custGeom>
          <a:solidFill>
            <a:srgbClr val="48929B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F0B6793-AED5-0693-F966-91FC3FCA0F24}"/>
              </a:ext>
            </a:extLst>
          </p:cNvPr>
          <p:cNvSpPr/>
          <p:nvPr/>
        </p:nvSpPr>
        <p:spPr>
          <a:xfrm rot="631064">
            <a:off x="3985338" y="1636787"/>
            <a:ext cx="1246828" cy="1299130"/>
          </a:xfrm>
          <a:custGeom>
            <a:avLst/>
            <a:gdLst>
              <a:gd name="connsiteX0" fmla="*/ 1221485 w 1246828"/>
              <a:gd name="connsiteY0" fmla="*/ 548310 h 1299130"/>
              <a:gd name="connsiteX1" fmla="*/ 1165065 w 1246828"/>
              <a:gd name="connsiteY1" fmla="*/ 483861 h 1299130"/>
              <a:gd name="connsiteX2" fmla="*/ 791036 w 1246828"/>
              <a:gd name="connsiteY2" fmla="*/ 407492 h 1299130"/>
              <a:gd name="connsiteX3" fmla="*/ 726906 w 1246828"/>
              <a:gd name="connsiteY3" fmla="*/ 426770 h 1299130"/>
              <a:gd name="connsiteX4" fmla="*/ 651350 w 1246828"/>
              <a:gd name="connsiteY4" fmla="*/ 502290 h 1299130"/>
              <a:gd name="connsiteX5" fmla="*/ 149060 w 1246828"/>
              <a:gd name="connsiteY5" fmla="*/ 0 h 1299130"/>
              <a:gd name="connsiteX6" fmla="*/ 0 w 1246828"/>
              <a:gd name="connsiteY6" fmla="*/ 251145 h 1299130"/>
              <a:gd name="connsiteX7" fmla="*/ 451248 w 1246828"/>
              <a:gd name="connsiteY7" fmla="*/ 702393 h 1299130"/>
              <a:gd name="connsiteX8" fmla="*/ 378274 w 1246828"/>
              <a:gd name="connsiteY8" fmla="*/ 775402 h 1299130"/>
              <a:gd name="connsiteX9" fmla="*/ 358819 w 1246828"/>
              <a:gd name="connsiteY9" fmla="*/ 838718 h 1299130"/>
              <a:gd name="connsiteX10" fmla="*/ 431156 w 1246828"/>
              <a:gd name="connsiteY10" fmla="*/ 1216639 h 1299130"/>
              <a:gd name="connsiteX11" fmla="*/ 495923 w 1246828"/>
              <a:gd name="connsiteY11" fmla="*/ 1273907 h 1299130"/>
              <a:gd name="connsiteX12" fmla="*/ 871084 w 1246828"/>
              <a:gd name="connsiteY12" fmla="*/ 1298915 h 1299130"/>
              <a:gd name="connsiteX13" fmla="*/ 875859 w 1246828"/>
              <a:gd name="connsiteY13" fmla="*/ 1299092 h 1299130"/>
              <a:gd name="connsiteX14" fmla="*/ 948921 w 1246828"/>
              <a:gd name="connsiteY14" fmla="*/ 1230664 h 1299130"/>
              <a:gd name="connsiteX15" fmla="*/ 880493 w 1246828"/>
              <a:gd name="connsiteY15" fmla="*/ 1157602 h 1299130"/>
              <a:gd name="connsiteX16" fmla="*/ 559806 w 1246828"/>
              <a:gd name="connsiteY16" fmla="*/ 1136378 h 1299130"/>
              <a:gd name="connsiteX17" fmla="*/ 504802 w 1246828"/>
              <a:gd name="connsiteY17" fmla="*/ 848976 h 1299130"/>
              <a:gd name="connsiteX18" fmla="*/ 800056 w 1246828"/>
              <a:gd name="connsiteY18" fmla="*/ 553722 h 1299130"/>
              <a:gd name="connsiteX19" fmla="*/ 1083956 w 1246828"/>
              <a:gd name="connsiteY19" fmla="*/ 611556 h 1299130"/>
              <a:gd name="connsiteX20" fmla="*/ 1105392 w 1246828"/>
              <a:gd name="connsiteY20" fmla="*/ 932880 h 1299130"/>
              <a:gd name="connsiteX21" fmla="*/ 1180736 w 1246828"/>
              <a:gd name="connsiteY21" fmla="*/ 998814 h 1299130"/>
              <a:gd name="connsiteX22" fmla="*/ 1246670 w 1246828"/>
              <a:gd name="connsiteY22" fmla="*/ 923471 h 12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46828" h="1299130">
                <a:moveTo>
                  <a:pt x="1221485" y="548310"/>
                </a:moveTo>
                <a:cubicBezTo>
                  <a:pt x="1219298" y="516588"/>
                  <a:pt x="1196218" y="490225"/>
                  <a:pt x="1165065" y="483861"/>
                </a:cubicBezTo>
                <a:lnTo>
                  <a:pt x="791036" y="407492"/>
                </a:lnTo>
                <a:cubicBezTo>
                  <a:pt x="767775" y="402674"/>
                  <a:pt x="743655" y="409925"/>
                  <a:pt x="726906" y="426770"/>
                </a:cubicBezTo>
                <a:lnTo>
                  <a:pt x="651350" y="502290"/>
                </a:lnTo>
                <a:lnTo>
                  <a:pt x="149060" y="0"/>
                </a:lnTo>
                <a:cubicBezTo>
                  <a:pt x="142997" y="102920"/>
                  <a:pt x="87441" y="196523"/>
                  <a:pt x="0" y="251145"/>
                </a:cubicBezTo>
                <a:lnTo>
                  <a:pt x="451248" y="702393"/>
                </a:lnTo>
                <a:lnTo>
                  <a:pt x="378274" y="775402"/>
                </a:lnTo>
                <a:cubicBezTo>
                  <a:pt x="361698" y="791981"/>
                  <a:pt x="354412" y="815694"/>
                  <a:pt x="358819" y="838718"/>
                </a:cubicBezTo>
                <a:lnTo>
                  <a:pt x="431156" y="1216639"/>
                </a:lnTo>
                <a:cubicBezTo>
                  <a:pt x="437212" y="1248233"/>
                  <a:pt x="463826" y="1271763"/>
                  <a:pt x="495923" y="1273907"/>
                </a:cubicBezTo>
                <a:lnTo>
                  <a:pt x="871084" y="1298915"/>
                </a:lnTo>
                <a:cubicBezTo>
                  <a:pt x="872676" y="1298915"/>
                  <a:pt x="874268" y="1299092"/>
                  <a:pt x="875859" y="1299092"/>
                </a:cubicBezTo>
                <a:cubicBezTo>
                  <a:pt x="914932" y="1300372"/>
                  <a:pt x="947641" y="1269736"/>
                  <a:pt x="948921" y="1230664"/>
                </a:cubicBezTo>
                <a:cubicBezTo>
                  <a:pt x="950202" y="1191591"/>
                  <a:pt x="919566" y="1158882"/>
                  <a:pt x="880493" y="1157602"/>
                </a:cubicBezTo>
                <a:lnTo>
                  <a:pt x="559806" y="1136378"/>
                </a:lnTo>
                <a:lnTo>
                  <a:pt x="504802" y="848976"/>
                </a:lnTo>
                <a:lnTo>
                  <a:pt x="800056" y="553722"/>
                </a:lnTo>
                <a:lnTo>
                  <a:pt x="1083956" y="611556"/>
                </a:lnTo>
                <a:lnTo>
                  <a:pt x="1105392" y="932880"/>
                </a:lnTo>
                <a:cubicBezTo>
                  <a:pt x="1107992" y="971892"/>
                  <a:pt x="1141723" y="1001414"/>
                  <a:pt x="1180736" y="998814"/>
                </a:cubicBezTo>
                <a:cubicBezTo>
                  <a:pt x="1219748" y="996215"/>
                  <a:pt x="1249266" y="962483"/>
                  <a:pt x="1246670" y="923471"/>
                </a:cubicBezTo>
                <a:close/>
              </a:path>
            </a:pathLst>
          </a:custGeom>
          <a:solidFill>
            <a:srgbClr val="68286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94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9C57-92F9-E3AE-8D2B-5D9579D4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lowchart: Data 41">
            <a:extLst>
              <a:ext uri="{FF2B5EF4-FFF2-40B4-BE49-F238E27FC236}">
                <a16:creationId xmlns:a16="http://schemas.microsoft.com/office/drawing/2014/main" id="{A7DB3BE4-6E80-8616-1EE1-54212F632B13}"/>
              </a:ext>
            </a:extLst>
          </p:cNvPr>
          <p:cNvSpPr/>
          <p:nvPr/>
        </p:nvSpPr>
        <p:spPr>
          <a:xfrm rot="11668343">
            <a:off x="383258" y="2552092"/>
            <a:ext cx="8581677" cy="3412984"/>
          </a:xfrm>
          <a:prstGeom prst="flowChartInputOutput">
            <a:avLst/>
          </a:prstGeom>
          <a:ln w="762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1A385-3B5F-0670-694D-9DB953B9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94B74-0228-73CB-A0CD-33C0BEB3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B54F90-6C4B-AA2E-5254-DC86746F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4" y="-240428"/>
            <a:ext cx="9753600" cy="960276"/>
          </a:xfrm>
        </p:spPr>
        <p:txBody>
          <a:bodyPr/>
          <a:lstStyle/>
          <a:p>
            <a:r>
              <a:rPr lang="en-US" dirty="0"/>
              <a:t>Competition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6A35FB-5E74-B818-1291-AB8845E70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pic>
        <p:nvPicPr>
          <p:cNvPr id="8" name="Graphic 7" descr="Rubber duck with solid fill">
            <a:extLst>
              <a:ext uri="{FF2B5EF4-FFF2-40B4-BE49-F238E27FC236}">
                <a16:creationId xmlns:a16="http://schemas.microsoft.com/office/drawing/2014/main" id="{BDC1F33A-1353-F3F3-5787-83C3E5BE2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5864" y="2523477"/>
            <a:ext cx="914400" cy="914400"/>
          </a:xfrm>
          <a:prstGeom prst="rect">
            <a:avLst/>
          </a:prstGeom>
        </p:spPr>
      </p:pic>
      <p:pic>
        <p:nvPicPr>
          <p:cNvPr id="10" name="Graphic 9" descr="Pen with solid fill">
            <a:extLst>
              <a:ext uri="{FF2B5EF4-FFF2-40B4-BE49-F238E27FC236}">
                <a16:creationId xmlns:a16="http://schemas.microsoft.com/office/drawing/2014/main" id="{5009C5A6-3C3E-4627-89B0-7A7CA0B35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4616503"/>
            <a:ext cx="914400" cy="914400"/>
          </a:xfrm>
          <a:prstGeom prst="rect">
            <a:avLst/>
          </a:prstGeom>
        </p:spPr>
      </p:pic>
      <p:pic>
        <p:nvPicPr>
          <p:cNvPr id="12" name="Graphic 11" descr="Pyramid outline">
            <a:extLst>
              <a:ext uri="{FF2B5EF4-FFF2-40B4-BE49-F238E27FC236}">
                <a16:creationId xmlns:a16="http://schemas.microsoft.com/office/drawing/2014/main" id="{669394D1-8BC5-3CBF-4268-8D77B7E255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9192" y="3495296"/>
            <a:ext cx="914400" cy="9144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BD30EF6-14D0-8ED3-65CE-10986ED8DEDF}"/>
              </a:ext>
            </a:extLst>
          </p:cNvPr>
          <p:cNvSpPr/>
          <p:nvPr/>
        </p:nvSpPr>
        <p:spPr>
          <a:xfrm>
            <a:off x="2158303" y="1463127"/>
            <a:ext cx="1198457" cy="1218690"/>
          </a:xfrm>
          <a:custGeom>
            <a:avLst/>
            <a:gdLst>
              <a:gd name="connsiteX0" fmla="*/ 1198457 w 1198457"/>
              <a:gd name="connsiteY0" fmla="*/ 544525 h 1218690"/>
              <a:gd name="connsiteX1" fmla="*/ 1104755 w 1198457"/>
              <a:gd name="connsiteY1" fmla="*/ 223661 h 1218690"/>
              <a:gd name="connsiteX2" fmla="*/ 855167 w 1198457"/>
              <a:gd name="connsiteY2" fmla="*/ 521851 h 1218690"/>
              <a:gd name="connsiteX3" fmla="*/ 341009 w 1198457"/>
              <a:gd name="connsiteY3" fmla="*/ 568313 h 1218690"/>
              <a:gd name="connsiteX4" fmla="*/ 294547 w 1198457"/>
              <a:gd name="connsiteY4" fmla="*/ 54159 h 1218690"/>
              <a:gd name="connsiteX5" fmla="*/ 340991 w 1198457"/>
              <a:gd name="connsiteY5" fmla="*/ 7711 h 1218690"/>
              <a:gd name="connsiteX6" fmla="*/ 350188 w 1198457"/>
              <a:gd name="connsiteY6" fmla="*/ 0 h 1218690"/>
              <a:gd name="connsiteX7" fmla="*/ 0 w 1198457"/>
              <a:gd name="connsiteY7" fmla="*/ 544525 h 1218690"/>
              <a:gd name="connsiteX8" fmla="*/ 0 w 1198457"/>
              <a:gd name="connsiteY8" fmla="*/ 1218690 h 1218690"/>
              <a:gd name="connsiteX9" fmla="*/ 1198457 w 1198457"/>
              <a:gd name="connsiteY9" fmla="*/ 1218690 h 121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8457" h="1218690">
                <a:moveTo>
                  <a:pt x="1198457" y="544525"/>
                </a:moveTo>
                <a:cubicBezTo>
                  <a:pt x="1198485" y="430820"/>
                  <a:pt x="1165971" y="319481"/>
                  <a:pt x="1104755" y="223661"/>
                </a:cubicBezTo>
                <a:lnTo>
                  <a:pt x="855167" y="521851"/>
                </a:lnTo>
                <a:cubicBezTo>
                  <a:pt x="726018" y="676663"/>
                  <a:pt x="495820" y="697465"/>
                  <a:pt x="341009" y="568313"/>
                </a:cubicBezTo>
                <a:cubicBezTo>
                  <a:pt x="186201" y="439164"/>
                  <a:pt x="165398" y="208967"/>
                  <a:pt x="294547" y="54159"/>
                </a:cubicBezTo>
                <a:cubicBezTo>
                  <a:pt x="308601" y="37311"/>
                  <a:pt x="324147" y="21765"/>
                  <a:pt x="340991" y="7711"/>
                </a:cubicBezTo>
                <a:lnTo>
                  <a:pt x="350188" y="0"/>
                </a:lnTo>
                <a:cubicBezTo>
                  <a:pt x="136938" y="97317"/>
                  <a:pt x="85" y="310118"/>
                  <a:pt x="0" y="544525"/>
                </a:cubicBezTo>
                <a:lnTo>
                  <a:pt x="0" y="1218690"/>
                </a:lnTo>
                <a:lnTo>
                  <a:pt x="1198457" y="1218690"/>
                </a:ln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59B6FBE-22D2-EC1B-5D81-E0A0108F511E}"/>
              </a:ext>
            </a:extLst>
          </p:cNvPr>
          <p:cNvSpPr/>
          <p:nvPr/>
        </p:nvSpPr>
        <p:spPr>
          <a:xfrm rot="20903417">
            <a:off x="2440103" y="840228"/>
            <a:ext cx="1039386" cy="1125129"/>
          </a:xfrm>
          <a:custGeom>
            <a:avLst/>
            <a:gdLst>
              <a:gd name="connsiteX0" fmla="*/ 884171 w 1039386"/>
              <a:gd name="connsiteY0" fmla="*/ 64095 h 1125129"/>
              <a:gd name="connsiteX1" fmla="*/ 890680 w 1039386"/>
              <a:gd name="connsiteY1" fmla="*/ 0 h 1125129"/>
              <a:gd name="connsiteX2" fmla="*/ 92640 w 1039386"/>
              <a:gd name="connsiteY2" fmla="*/ 667727 h 1125129"/>
              <a:gd name="connsiteX3" fmla="*/ 60465 w 1039386"/>
              <a:gd name="connsiteY3" fmla="*/ 1032489 h 1125129"/>
              <a:gd name="connsiteX4" fmla="*/ 425227 w 1039386"/>
              <a:gd name="connsiteY4" fmla="*/ 1064664 h 1125129"/>
              <a:gd name="connsiteX5" fmla="*/ 457402 w 1039386"/>
              <a:gd name="connsiteY5" fmla="*/ 1032489 h 1125129"/>
              <a:gd name="connsiteX6" fmla="*/ 1039386 w 1039386"/>
              <a:gd name="connsiteY6" fmla="*/ 336959 h 1125129"/>
              <a:gd name="connsiteX7" fmla="*/ 884171 w 1039386"/>
              <a:gd name="connsiteY7" fmla="*/ 64095 h 1125129"/>
              <a:gd name="connsiteX8" fmla="*/ 350860 w 1039386"/>
              <a:gd name="connsiteY8" fmla="*/ 874338 h 1125129"/>
              <a:gd name="connsiteX9" fmla="*/ 250812 w 1039386"/>
              <a:gd name="connsiteY9" fmla="*/ 874353 h 1125129"/>
              <a:gd name="connsiteX10" fmla="*/ 250794 w 1039386"/>
              <a:gd name="connsiteY10" fmla="*/ 774305 h 1125129"/>
              <a:gd name="connsiteX11" fmla="*/ 350845 w 1039386"/>
              <a:gd name="connsiteY11" fmla="*/ 774291 h 1125129"/>
              <a:gd name="connsiteX12" fmla="*/ 350860 w 1039386"/>
              <a:gd name="connsiteY12" fmla="*/ 774305 h 1125129"/>
              <a:gd name="connsiteX13" fmla="*/ 350860 w 1039386"/>
              <a:gd name="connsiteY13" fmla="*/ 874338 h 112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9386" h="1125129">
                <a:moveTo>
                  <a:pt x="884171" y="64095"/>
                </a:moveTo>
                <a:cubicBezTo>
                  <a:pt x="884171" y="42564"/>
                  <a:pt x="886350" y="21089"/>
                  <a:pt x="890680" y="0"/>
                </a:cubicBezTo>
                <a:lnTo>
                  <a:pt x="92640" y="667727"/>
                </a:lnTo>
                <a:cubicBezTo>
                  <a:pt x="-16972" y="759569"/>
                  <a:pt x="-31376" y="922877"/>
                  <a:pt x="60465" y="1032489"/>
                </a:cubicBezTo>
                <a:cubicBezTo>
                  <a:pt x="152303" y="1142102"/>
                  <a:pt x="315614" y="1156505"/>
                  <a:pt x="425227" y="1064664"/>
                </a:cubicBezTo>
                <a:cubicBezTo>
                  <a:pt x="436875" y="1054905"/>
                  <a:pt x="447642" y="1044137"/>
                  <a:pt x="457402" y="1032489"/>
                </a:cubicBezTo>
                <a:lnTo>
                  <a:pt x="1039386" y="336959"/>
                </a:lnTo>
                <a:cubicBezTo>
                  <a:pt x="943283" y="279609"/>
                  <a:pt x="884352" y="176010"/>
                  <a:pt x="884171" y="64095"/>
                </a:cubicBezTo>
                <a:close/>
                <a:moveTo>
                  <a:pt x="350860" y="874338"/>
                </a:moveTo>
                <a:cubicBezTo>
                  <a:pt x="323237" y="901972"/>
                  <a:pt x="278441" y="901979"/>
                  <a:pt x="250812" y="874353"/>
                </a:cubicBezTo>
                <a:cubicBezTo>
                  <a:pt x="223179" y="846730"/>
                  <a:pt x="223172" y="801938"/>
                  <a:pt x="250794" y="774305"/>
                </a:cubicBezTo>
                <a:cubicBezTo>
                  <a:pt x="278420" y="746672"/>
                  <a:pt x="323212" y="746665"/>
                  <a:pt x="350845" y="774291"/>
                </a:cubicBezTo>
                <a:cubicBezTo>
                  <a:pt x="350849" y="774294"/>
                  <a:pt x="350856" y="774301"/>
                  <a:pt x="350860" y="774305"/>
                </a:cubicBezTo>
                <a:cubicBezTo>
                  <a:pt x="378479" y="801931"/>
                  <a:pt x="378479" y="846713"/>
                  <a:pt x="350860" y="874338"/>
                </a:cubicBezTo>
                <a:close/>
              </a:path>
            </a:pathLst>
          </a:custGeom>
          <a:solidFill>
            <a:schemeClr val="accent2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E666104-1673-17AE-1589-218F5A6D0F57}"/>
              </a:ext>
            </a:extLst>
          </p:cNvPr>
          <p:cNvSpPr/>
          <p:nvPr/>
        </p:nvSpPr>
        <p:spPr>
          <a:xfrm>
            <a:off x="2014690" y="2823308"/>
            <a:ext cx="1485646" cy="282980"/>
          </a:xfrm>
          <a:custGeom>
            <a:avLst/>
            <a:gdLst>
              <a:gd name="connsiteX0" fmla="*/ 1344157 w 1485646"/>
              <a:gd name="connsiteY0" fmla="*/ 0 h 282980"/>
              <a:gd name="connsiteX1" fmla="*/ 141490 w 1485646"/>
              <a:gd name="connsiteY1" fmla="*/ 0 h 282980"/>
              <a:gd name="connsiteX2" fmla="*/ 0 w 1485646"/>
              <a:gd name="connsiteY2" fmla="*/ 141490 h 282980"/>
              <a:gd name="connsiteX3" fmla="*/ 0 w 1485646"/>
              <a:gd name="connsiteY3" fmla="*/ 282980 h 282980"/>
              <a:gd name="connsiteX4" fmla="*/ 1485647 w 1485646"/>
              <a:gd name="connsiteY4" fmla="*/ 282980 h 282980"/>
              <a:gd name="connsiteX5" fmla="*/ 1485647 w 1485646"/>
              <a:gd name="connsiteY5" fmla="*/ 141490 h 282980"/>
              <a:gd name="connsiteX6" fmla="*/ 1344157 w 1485646"/>
              <a:gd name="connsiteY6" fmla="*/ 0 h 28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646" h="282980">
                <a:moveTo>
                  <a:pt x="1344157" y="0"/>
                </a:moveTo>
                <a:lnTo>
                  <a:pt x="141490" y="0"/>
                </a:lnTo>
                <a:cubicBezTo>
                  <a:pt x="63347" y="0"/>
                  <a:pt x="0" y="63349"/>
                  <a:pt x="0" y="141490"/>
                </a:cubicBezTo>
                <a:lnTo>
                  <a:pt x="0" y="282980"/>
                </a:lnTo>
                <a:lnTo>
                  <a:pt x="1485647" y="282980"/>
                </a:lnTo>
                <a:lnTo>
                  <a:pt x="1485647" y="141490"/>
                </a:lnTo>
                <a:cubicBezTo>
                  <a:pt x="1485647" y="63349"/>
                  <a:pt x="1422298" y="0"/>
                  <a:pt x="1344157" y="0"/>
                </a:cubicBezTo>
                <a:close/>
              </a:path>
            </a:pathLst>
          </a:custGeom>
          <a:solidFill>
            <a:srgbClr val="00000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BE44109-E0CA-F77D-021A-6E47F765C094}"/>
              </a:ext>
            </a:extLst>
          </p:cNvPr>
          <p:cNvSpPr/>
          <p:nvPr/>
        </p:nvSpPr>
        <p:spPr>
          <a:xfrm>
            <a:off x="3288101" y="607070"/>
            <a:ext cx="424470" cy="424470"/>
          </a:xfrm>
          <a:custGeom>
            <a:avLst/>
            <a:gdLst>
              <a:gd name="connsiteX0" fmla="*/ 212235 w 424470"/>
              <a:gd name="connsiteY0" fmla="*/ 0 h 424470"/>
              <a:gd name="connsiteX1" fmla="*/ 0 w 424470"/>
              <a:gd name="connsiteY1" fmla="*/ 212235 h 424470"/>
              <a:gd name="connsiteX2" fmla="*/ 212235 w 424470"/>
              <a:gd name="connsiteY2" fmla="*/ 424471 h 424470"/>
              <a:gd name="connsiteX3" fmla="*/ 424471 w 424470"/>
              <a:gd name="connsiteY3" fmla="*/ 212235 h 424470"/>
              <a:gd name="connsiteX4" fmla="*/ 212235 w 424470"/>
              <a:gd name="connsiteY4" fmla="*/ 0 h 424470"/>
              <a:gd name="connsiteX5" fmla="*/ 212235 w 424470"/>
              <a:gd name="connsiteY5" fmla="*/ 265294 h 424470"/>
              <a:gd name="connsiteX6" fmla="*/ 159176 w 424470"/>
              <a:gd name="connsiteY6" fmla="*/ 212235 h 424470"/>
              <a:gd name="connsiteX7" fmla="*/ 212235 w 424470"/>
              <a:gd name="connsiteY7" fmla="*/ 159176 h 424470"/>
              <a:gd name="connsiteX8" fmla="*/ 265294 w 424470"/>
              <a:gd name="connsiteY8" fmla="*/ 212235 h 424470"/>
              <a:gd name="connsiteX9" fmla="*/ 212235 w 424470"/>
              <a:gd name="connsiteY9" fmla="*/ 265294 h 42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4470" h="424470">
                <a:moveTo>
                  <a:pt x="212235" y="0"/>
                </a:moveTo>
                <a:cubicBezTo>
                  <a:pt x="95021" y="0"/>
                  <a:pt x="0" y="95021"/>
                  <a:pt x="0" y="212235"/>
                </a:cubicBezTo>
                <a:cubicBezTo>
                  <a:pt x="0" y="329449"/>
                  <a:pt x="95021" y="424471"/>
                  <a:pt x="212235" y="424471"/>
                </a:cubicBezTo>
                <a:cubicBezTo>
                  <a:pt x="329449" y="424471"/>
                  <a:pt x="424471" y="329449"/>
                  <a:pt x="424471" y="212235"/>
                </a:cubicBezTo>
                <a:cubicBezTo>
                  <a:pt x="424471" y="95021"/>
                  <a:pt x="329449" y="0"/>
                  <a:pt x="212235" y="0"/>
                </a:cubicBezTo>
                <a:close/>
                <a:moveTo>
                  <a:pt x="212235" y="265294"/>
                </a:moveTo>
                <a:cubicBezTo>
                  <a:pt x="182933" y="265294"/>
                  <a:pt x="159176" y="241538"/>
                  <a:pt x="159176" y="212235"/>
                </a:cubicBezTo>
                <a:cubicBezTo>
                  <a:pt x="159176" y="182933"/>
                  <a:pt x="182933" y="159176"/>
                  <a:pt x="212235" y="159176"/>
                </a:cubicBezTo>
                <a:cubicBezTo>
                  <a:pt x="241538" y="159176"/>
                  <a:pt x="265294" y="182933"/>
                  <a:pt x="265294" y="212235"/>
                </a:cubicBezTo>
                <a:cubicBezTo>
                  <a:pt x="265294" y="241538"/>
                  <a:pt x="241538" y="265294"/>
                  <a:pt x="212235" y="265294"/>
                </a:cubicBezTo>
                <a:close/>
              </a:path>
            </a:pathLst>
          </a:custGeom>
          <a:solidFill>
            <a:srgbClr val="48929B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5BCAB3E-1403-A31E-5769-62571586E19E}"/>
              </a:ext>
            </a:extLst>
          </p:cNvPr>
          <p:cNvSpPr/>
          <p:nvPr/>
        </p:nvSpPr>
        <p:spPr>
          <a:xfrm rot="631064">
            <a:off x="3528139" y="914656"/>
            <a:ext cx="1246828" cy="1299130"/>
          </a:xfrm>
          <a:custGeom>
            <a:avLst/>
            <a:gdLst>
              <a:gd name="connsiteX0" fmla="*/ 1221485 w 1246828"/>
              <a:gd name="connsiteY0" fmla="*/ 548310 h 1299130"/>
              <a:gd name="connsiteX1" fmla="*/ 1165065 w 1246828"/>
              <a:gd name="connsiteY1" fmla="*/ 483861 h 1299130"/>
              <a:gd name="connsiteX2" fmla="*/ 791036 w 1246828"/>
              <a:gd name="connsiteY2" fmla="*/ 407492 h 1299130"/>
              <a:gd name="connsiteX3" fmla="*/ 726906 w 1246828"/>
              <a:gd name="connsiteY3" fmla="*/ 426770 h 1299130"/>
              <a:gd name="connsiteX4" fmla="*/ 651350 w 1246828"/>
              <a:gd name="connsiteY4" fmla="*/ 502290 h 1299130"/>
              <a:gd name="connsiteX5" fmla="*/ 149060 w 1246828"/>
              <a:gd name="connsiteY5" fmla="*/ 0 h 1299130"/>
              <a:gd name="connsiteX6" fmla="*/ 0 w 1246828"/>
              <a:gd name="connsiteY6" fmla="*/ 251145 h 1299130"/>
              <a:gd name="connsiteX7" fmla="*/ 451248 w 1246828"/>
              <a:gd name="connsiteY7" fmla="*/ 702393 h 1299130"/>
              <a:gd name="connsiteX8" fmla="*/ 378274 w 1246828"/>
              <a:gd name="connsiteY8" fmla="*/ 775402 h 1299130"/>
              <a:gd name="connsiteX9" fmla="*/ 358819 w 1246828"/>
              <a:gd name="connsiteY9" fmla="*/ 838718 h 1299130"/>
              <a:gd name="connsiteX10" fmla="*/ 431156 w 1246828"/>
              <a:gd name="connsiteY10" fmla="*/ 1216639 h 1299130"/>
              <a:gd name="connsiteX11" fmla="*/ 495923 w 1246828"/>
              <a:gd name="connsiteY11" fmla="*/ 1273907 h 1299130"/>
              <a:gd name="connsiteX12" fmla="*/ 871084 w 1246828"/>
              <a:gd name="connsiteY12" fmla="*/ 1298915 h 1299130"/>
              <a:gd name="connsiteX13" fmla="*/ 875859 w 1246828"/>
              <a:gd name="connsiteY13" fmla="*/ 1299092 h 1299130"/>
              <a:gd name="connsiteX14" fmla="*/ 948921 w 1246828"/>
              <a:gd name="connsiteY14" fmla="*/ 1230664 h 1299130"/>
              <a:gd name="connsiteX15" fmla="*/ 880493 w 1246828"/>
              <a:gd name="connsiteY15" fmla="*/ 1157602 h 1299130"/>
              <a:gd name="connsiteX16" fmla="*/ 559806 w 1246828"/>
              <a:gd name="connsiteY16" fmla="*/ 1136378 h 1299130"/>
              <a:gd name="connsiteX17" fmla="*/ 504802 w 1246828"/>
              <a:gd name="connsiteY17" fmla="*/ 848976 h 1299130"/>
              <a:gd name="connsiteX18" fmla="*/ 800056 w 1246828"/>
              <a:gd name="connsiteY18" fmla="*/ 553722 h 1299130"/>
              <a:gd name="connsiteX19" fmla="*/ 1083956 w 1246828"/>
              <a:gd name="connsiteY19" fmla="*/ 611556 h 1299130"/>
              <a:gd name="connsiteX20" fmla="*/ 1105392 w 1246828"/>
              <a:gd name="connsiteY20" fmla="*/ 932880 h 1299130"/>
              <a:gd name="connsiteX21" fmla="*/ 1180736 w 1246828"/>
              <a:gd name="connsiteY21" fmla="*/ 998814 h 1299130"/>
              <a:gd name="connsiteX22" fmla="*/ 1246670 w 1246828"/>
              <a:gd name="connsiteY22" fmla="*/ 923471 h 12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46828" h="1299130">
                <a:moveTo>
                  <a:pt x="1221485" y="548310"/>
                </a:moveTo>
                <a:cubicBezTo>
                  <a:pt x="1219298" y="516588"/>
                  <a:pt x="1196218" y="490225"/>
                  <a:pt x="1165065" y="483861"/>
                </a:cubicBezTo>
                <a:lnTo>
                  <a:pt x="791036" y="407492"/>
                </a:lnTo>
                <a:cubicBezTo>
                  <a:pt x="767775" y="402674"/>
                  <a:pt x="743655" y="409925"/>
                  <a:pt x="726906" y="426770"/>
                </a:cubicBezTo>
                <a:lnTo>
                  <a:pt x="651350" y="502290"/>
                </a:lnTo>
                <a:lnTo>
                  <a:pt x="149060" y="0"/>
                </a:lnTo>
                <a:cubicBezTo>
                  <a:pt x="142997" y="102920"/>
                  <a:pt x="87441" y="196523"/>
                  <a:pt x="0" y="251145"/>
                </a:cubicBezTo>
                <a:lnTo>
                  <a:pt x="451248" y="702393"/>
                </a:lnTo>
                <a:lnTo>
                  <a:pt x="378274" y="775402"/>
                </a:lnTo>
                <a:cubicBezTo>
                  <a:pt x="361698" y="791981"/>
                  <a:pt x="354412" y="815694"/>
                  <a:pt x="358819" y="838718"/>
                </a:cubicBezTo>
                <a:lnTo>
                  <a:pt x="431156" y="1216639"/>
                </a:lnTo>
                <a:cubicBezTo>
                  <a:pt x="437212" y="1248233"/>
                  <a:pt x="463826" y="1271763"/>
                  <a:pt x="495923" y="1273907"/>
                </a:cubicBezTo>
                <a:lnTo>
                  <a:pt x="871084" y="1298915"/>
                </a:lnTo>
                <a:cubicBezTo>
                  <a:pt x="872676" y="1298915"/>
                  <a:pt x="874268" y="1299092"/>
                  <a:pt x="875859" y="1299092"/>
                </a:cubicBezTo>
                <a:cubicBezTo>
                  <a:pt x="914932" y="1300372"/>
                  <a:pt x="947641" y="1269736"/>
                  <a:pt x="948921" y="1230664"/>
                </a:cubicBezTo>
                <a:cubicBezTo>
                  <a:pt x="950202" y="1191591"/>
                  <a:pt x="919566" y="1158882"/>
                  <a:pt x="880493" y="1157602"/>
                </a:cubicBezTo>
                <a:lnTo>
                  <a:pt x="559806" y="1136378"/>
                </a:lnTo>
                <a:lnTo>
                  <a:pt x="504802" y="848976"/>
                </a:lnTo>
                <a:lnTo>
                  <a:pt x="800056" y="553722"/>
                </a:lnTo>
                <a:lnTo>
                  <a:pt x="1083956" y="611556"/>
                </a:lnTo>
                <a:lnTo>
                  <a:pt x="1105392" y="932880"/>
                </a:lnTo>
                <a:cubicBezTo>
                  <a:pt x="1107992" y="971892"/>
                  <a:pt x="1141723" y="1001414"/>
                  <a:pt x="1180736" y="998814"/>
                </a:cubicBezTo>
                <a:cubicBezTo>
                  <a:pt x="1219748" y="996215"/>
                  <a:pt x="1249266" y="962483"/>
                  <a:pt x="1246670" y="923471"/>
                </a:cubicBezTo>
                <a:close/>
              </a:path>
            </a:pathLst>
          </a:custGeom>
          <a:solidFill>
            <a:srgbClr val="682860"/>
          </a:solidFill>
          <a:ln w="353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19BAB549-1DB9-41C5-98B2-413B1E36C507}"/>
              </a:ext>
            </a:extLst>
          </p:cNvPr>
          <p:cNvSpPr/>
          <p:nvPr/>
        </p:nvSpPr>
        <p:spPr>
          <a:xfrm>
            <a:off x="5301244" y="673640"/>
            <a:ext cx="3289047" cy="963466"/>
          </a:xfrm>
          <a:prstGeom prst="cloudCallout">
            <a:avLst>
              <a:gd name="adj1" fmla="val -64852"/>
              <a:gd name="adj2" fmla="val 476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Duck Placed, Ready for Next Object</a:t>
            </a:r>
          </a:p>
        </p:txBody>
      </p:sp>
    </p:spTree>
    <p:extLst>
      <p:ext uri="{BB962C8B-B14F-4D97-AF65-F5344CB8AC3E}">
        <p14:creationId xmlns:p14="http://schemas.microsoft.com/office/powerpoint/2010/main" val="396540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C1FE5-F4D8-64FE-6212-C46E62A3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8797A-E927-596F-48A0-E934962E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B33457-97BC-4EC2-6BAB-DE467619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Design: Mechanism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BD50CD-D43C-86B4-95E4-FB84A5AFB5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492B0-FB17-29ED-1E01-90EABBBF2A5C}"/>
              </a:ext>
            </a:extLst>
          </p:cNvPr>
          <p:cNvSpPr/>
          <p:nvPr/>
        </p:nvSpPr>
        <p:spPr>
          <a:xfrm>
            <a:off x="1572499" y="2383234"/>
            <a:ext cx="1162050" cy="800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  <a:p>
            <a:pPr algn="ctr"/>
            <a:endParaRPr lang="en-US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025BA761-4E34-4764-EA78-27E1779C4325}"/>
              </a:ext>
            </a:extLst>
          </p:cNvPr>
          <p:cNvSpPr/>
          <p:nvPr/>
        </p:nvSpPr>
        <p:spPr>
          <a:xfrm>
            <a:off x="1914525" y="3251038"/>
            <a:ext cx="3169913" cy="477999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7F7AEB09-8C49-B087-98E6-A6A53BC4E3ED}"/>
              </a:ext>
            </a:extLst>
          </p:cNvPr>
          <p:cNvSpPr/>
          <p:nvPr/>
        </p:nvSpPr>
        <p:spPr>
          <a:xfrm>
            <a:off x="1914525" y="5237875"/>
            <a:ext cx="5572125" cy="477999"/>
          </a:xfrm>
          <a:prstGeom prst="flowChartAlternateProcess">
            <a:avLst/>
          </a:prstGeom>
          <a:solidFill>
            <a:srgbClr val="489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9F445F-AA41-B903-854D-03B8411AC31B}"/>
              </a:ext>
            </a:extLst>
          </p:cNvPr>
          <p:cNvGrpSpPr/>
          <p:nvPr/>
        </p:nvGrpSpPr>
        <p:grpSpPr>
          <a:xfrm>
            <a:off x="1914525" y="1043221"/>
            <a:ext cx="477999" cy="4672653"/>
            <a:chOff x="1914525" y="1043221"/>
            <a:chExt cx="477999" cy="4672653"/>
          </a:xfrm>
        </p:grpSpPr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ACC48D48-6495-98EC-9857-B4CFC5CDE4AB}"/>
                </a:ext>
              </a:extLst>
            </p:cNvPr>
            <p:cNvSpPr/>
            <p:nvPr/>
          </p:nvSpPr>
          <p:spPr>
            <a:xfrm rot="5400000">
              <a:off x="1040606" y="4363956"/>
              <a:ext cx="2225837" cy="477999"/>
            </a:xfrm>
            <a:prstGeom prst="flowChartAlternateProcess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855F8019-4F2C-C5DE-F623-64F03F4B1DA6}"/>
                </a:ext>
              </a:extLst>
            </p:cNvPr>
            <p:cNvSpPr/>
            <p:nvPr/>
          </p:nvSpPr>
          <p:spPr>
            <a:xfrm rot="5400000">
              <a:off x="1040606" y="1917140"/>
              <a:ext cx="2225837" cy="477999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D64243-4D64-6B58-25E0-F4D61A4F7D79}"/>
              </a:ext>
            </a:extLst>
          </p:cNvPr>
          <p:cNvGrpSpPr/>
          <p:nvPr/>
        </p:nvGrpSpPr>
        <p:grpSpPr>
          <a:xfrm>
            <a:off x="4606439" y="1203163"/>
            <a:ext cx="477999" cy="4451674"/>
            <a:chOff x="1914525" y="1043221"/>
            <a:chExt cx="477999" cy="4451674"/>
          </a:xfrm>
        </p:grpSpPr>
        <p:sp>
          <p:nvSpPr>
            <p:cNvPr id="17" name="Flowchart: Alternate Process 16">
              <a:extLst>
                <a:ext uri="{FF2B5EF4-FFF2-40B4-BE49-F238E27FC236}">
                  <a16:creationId xmlns:a16="http://schemas.microsoft.com/office/drawing/2014/main" id="{29D9DCC5-2564-7B25-43C8-DE10020BBE2D}"/>
                </a:ext>
              </a:extLst>
            </p:cNvPr>
            <p:cNvSpPr/>
            <p:nvPr/>
          </p:nvSpPr>
          <p:spPr>
            <a:xfrm rot="5400000">
              <a:off x="1040606" y="4142977"/>
              <a:ext cx="2225837" cy="477999"/>
            </a:xfrm>
            <a:prstGeom prst="flowChartAlternateProcess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Alternate Process 17">
              <a:extLst>
                <a:ext uri="{FF2B5EF4-FFF2-40B4-BE49-F238E27FC236}">
                  <a16:creationId xmlns:a16="http://schemas.microsoft.com/office/drawing/2014/main" id="{B62D130F-590E-9B8A-2E48-4C71DD79BD9E}"/>
                </a:ext>
              </a:extLst>
            </p:cNvPr>
            <p:cNvSpPr/>
            <p:nvPr/>
          </p:nvSpPr>
          <p:spPr>
            <a:xfrm rot="5400000">
              <a:off x="1040606" y="1917140"/>
              <a:ext cx="2225837" cy="477999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813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7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0.00741 L 0.0319 -0.01481 C 0.03828 -0.01967 0.04752 -0.02755 0.05703 -0.03634 C 0.06744 -0.0463 0.07591 -0.05532 0.08164 -0.0618 L 0.10898 -0.09375 " pathEditMode="relative" rAng="19920000" ptsTypes="AAA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43" y="-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08C38-A83B-A5C2-E21F-A60E3F4A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7E7CC-7257-1C5B-D0C1-ACED727A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F2D31B-BC49-4067-07B2-2EE132C9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Design: Hall Effect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584D1-ECD7-5A99-BBDB-56EF53F99A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9C34C-5FB9-7646-6FE3-579D46D679A3}"/>
              </a:ext>
            </a:extLst>
          </p:cNvPr>
          <p:cNvSpPr/>
          <p:nvPr/>
        </p:nvSpPr>
        <p:spPr>
          <a:xfrm>
            <a:off x="1572499" y="2383234"/>
            <a:ext cx="1162050" cy="800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  <a:p>
            <a:pPr algn="ctr"/>
            <a:endParaRPr lang="en-US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956EDF7-F86C-2177-272C-D743E51A812B}"/>
              </a:ext>
            </a:extLst>
          </p:cNvPr>
          <p:cNvSpPr/>
          <p:nvPr/>
        </p:nvSpPr>
        <p:spPr>
          <a:xfrm>
            <a:off x="1914525" y="3251038"/>
            <a:ext cx="3169913" cy="477999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52BF2B3E-95C1-2C55-4E89-4A264223C719}"/>
              </a:ext>
            </a:extLst>
          </p:cNvPr>
          <p:cNvSpPr/>
          <p:nvPr/>
        </p:nvSpPr>
        <p:spPr>
          <a:xfrm>
            <a:off x="1914525" y="5237875"/>
            <a:ext cx="5572125" cy="477999"/>
          </a:xfrm>
          <a:prstGeom prst="flowChartAlternateProcess">
            <a:avLst/>
          </a:prstGeom>
          <a:solidFill>
            <a:srgbClr val="489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D5B5CE-6D68-86AE-001B-F463D33B7572}"/>
              </a:ext>
            </a:extLst>
          </p:cNvPr>
          <p:cNvGrpSpPr/>
          <p:nvPr/>
        </p:nvGrpSpPr>
        <p:grpSpPr>
          <a:xfrm>
            <a:off x="1914525" y="1043221"/>
            <a:ext cx="477999" cy="4672653"/>
            <a:chOff x="1914525" y="1043221"/>
            <a:chExt cx="477999" cy="4672653"/>
          </a:xfrm>
        </p:grpSpPr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478A18FA-5E82-2800-FCD1-8115BFC9FDB7}"/>
                </a:ext>
              </a:extLst>
            </p:cNvPr>
            <p:cNvSpPr/>
            <p:nvPr/>
          </p:nvSpPr>
          <p:spPr>
            <a:xfrm rot="5400000">
              <a:off x="1040606" y="4363956"/>
              <a:ext cx="2225837" cy="477999"/>
            </a:xfrm>
            <a:prstGeom prst="flowChartAlternateProcess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AF92279E-209E-0159-8419-040FD8442614}"/>
                </a:ext>
              </a:extLst>
            </p:cNvPr>
            <p:cNvSpPr/>
            <p:nvPr/>
          </p:nvSpPr>
          <p:spPr>
            <a:xfrm rot="5400000">
              <a:off x="1040606" y="1917140"/>
              <a:ext cx="2225837" cy="477999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99EFAA-E82B-9C70-1769-EBBFB2AE5C48}"/>
              </a:ext>
            </a:extLst>
          </p:cNvPr>
          <p:cNvGrpSpPr/>
          <p:nvPr/>
        </p:nvGrpSpPr>
        <p:grpSpPr>
          <a:xfrm>
            <a:off x="4606439" y="1203163"/>
            <a:ext cx="477999" cy="4451674"/>
            <a:chOff x="1914525" y="1043221"/>
            <a:chExt cx="477999" cy="4451674"/>
          </a:xfrm>
        </p:grpSpPr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967CBE68-C844-271A-7DE1-FCB4FB01B2FC}"/>
                </a:ext>
              </a:extLst>
            </p:cNvPr>
            <p:cNvSpPr/>
            <p:nvPr/>
          </p:nvSpPr>
          <p:spPr>
            <a:xfrm rot="5400000">
              <a:off x="1040606" y="4142977"/>
              <a:ext cx="2225837" cy="477999"/>
            </a:xfrm>
            <a:prstGeom prst="flowChartAlternateProcess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BACD9D0F-2C94-DD34-B033-583F964A2529}"/>
                </a:ext>
              </a:extLst>
            </p:cNvPr>
            <p:cNvSpPr/>
            <p:nvPr/>
          </p:nvSpPr>
          <p:spPr>
            <a:xfrm rot="5400000">
              <a:off x="1040606" y="1917140"/>
              <a:ext cx="2225837" cy="477999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F2990FA-512F-E6EE-DDB4-47561B799011}"/>
              </a:ext>
            </a:extLst>
          </p:cNvPr>
          <p:cNvSpPr/>
          <p:nvPr/>
        </p:nvSpPr>
        <p:spPr>
          <a:xfrm>
            <a:off x="6676798" y="4924424"/>
            <a:ext cx="1051702" cy="11049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95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73F1-1DD8-3FC2-5FCB-ABEC4F1C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03DAD-D1A7-184E-4408-D40D8CC2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https://www.indiamart.com/proddetail/aluminium-spring-15100433562.html?srsltid=AfmBOoprrhqMj2XMjyN1LobDVfrSnd22nrkOs64LISzyoAu5odyiNM9z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0ABD4-1D3E-245A-11E4-1FE73600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EF524-62EC-C340-82A1-9F47B6C43E55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872AEE-896F-8450-677C-FF5F5B37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Design: Hall Effect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F5DDFC-9947-59B8-6584-F424F65AA3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Jack V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7BB196EE-CA81-CB86-F501-9DB0645EEFAC}"/>
              </a:ext>
            </a:extLst>
          </p:cNvPr>
          <p:cNvSpPr/>
          <p:nvPr/>
        </p:nvSpPr>
        <p:spPr>
          <a:xfrm>
            <a:off x="2364828" y="2194047"/>
            <a:ext cx="5476113" cy="740967"/>
          </a:xfrm>
          <a:prstGeom prst="flowChartProcess">
            <a:avLst/>
          </a:prstGeom>
          <a:solidFill>
            <a:srgbClr val="489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FFA4AA08-0662-9F12-DD13-57C4733888AC}"/>
              </a:ext>
            </a:extLst>
          </p:cNvPr>
          <p:cNvSpPr/>
          <p:nvPr/>
        </p:nvSpPr>
        <p:spPr>
          <a:xfrm>
            <a:off x="2364827" y="3668516"/>
            <a:ext cx="5476113" cy="740967"/>
          </a:xfrm>
          <a:prstGeom prst="flowChartProcess">
            <a:avLst/>
          </a:prstGeom>
          <a:solidFill>
            <a:srgbClr val="489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luminium Spring, for Industrial">
            <a:extLst>
              <a:ext uri="{FF2B5EF4-FFF2-40B4-BE49-F238E27FC236}">
                <a16:creationId xmlns:a16="http://schemas.microsoft.com/office/drawing/2014/main" id="{0E760106-B8D8-2C13-364B-858118FB0D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01" t="21400" r="32399" b="21000"/>
          <a:stretch>
            <a:fillRect/>
          </a:stretch>
        </p:blipFill>
        <p:spPr bwMode="auto">
          <a:xfrm rot="5400000">
            <a:off x="5103316" y="1874303"/>
            <a:ext cx="642938" cy="285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2CB53FF-DBAE-F668-28B6-D5DE70A0F802}"/>
              </a:ext>
            </a:extLst>
          </p:cNvPr>
          <p:cNvGrpSpPr/>
          <p:nvPr/>
        </p:nvGrpSpPr>
        <p:grpSpPr>
          <a:xfrm>
            <a:off x="6238168" y="2844535"/>
            <a:ext cx="3205543" cy="923544"/>
            <a:chOff x="2162174" y="3329437"/>
            <a:chExt cx="3205543" cy="923544"/>
          </a:xfrm>
        </p:grpSpPr>
        <p:sp>
          <p:nvSpPr>
            <p:cNvPr id="18" name="Flowchart: Process 17">
              <a:extLst>
                <a:ext uri="{FF2B5EF4-FFF2-40B4-BE49-F238E27FC236}">
                  <a16:creationId xmlns:a16="http://schemas.microsoft.com/office/drawing/2014/main" id="{070CEE79-F9FD-455E-1482-6FB0FCE5A8BD}"/>
                </a:ext>
              </a:extLst>
            </p:cNvPr>
            <p:cNvSpPr/>
            <p:nvPr/>
          </p:nvSpPr>
          <p:spPr>
            <a:xfrm>
              <a:off x="2162174" y="3632318"/>
              <a:ext cx="614081" cy="326866"/>
            </a:xfrm>
            <a:prstGeom prst="flowChartProcess">
              <a:avLst/>
            </a:prstGeom>
            <a:solidFill>
              <a:srgbClr val="FBE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4C4D8BE6-BCDC-EC09-BA72-A9F398299AB9}"/>
                </a:ext>
              </a:extLst>
            </p:cNvPr>
            <p:cNvSpPr/>
            <p:nvPr/>
          </p:nvSpPr>
          <p:spPr>
            <a:xfrm>
              <a:off x="2776255" y="3488607"/>
              <a:ext cx="1967195" cy="605204"/>
            </a:xfrm>
            <a:prstGeom prst="flowChartProcess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hord 19">
              <a:extLst>
                <a:ext uri="{FF2B5EF4-FFF2-40B4-BE49-F238E27FC236}">
                  <a16:creationId xmlns:a16="http://schemas.microsoft.com/office/drawing/2014/main" id="{31736119-91A2-8204-771B-71F31D475D10}"/>
                </a:ext>
              </a:extLst>
            </p:cNvPr>
            <p:cNvSpPr/>
            <p:nvPr/>
          </p:nvSpPr>
          <p:spPr>
            <a:xfrm rot="12157506">
              <a:off x="4446967" y="3329437"/>
              <a:ext cx="920750" cy="923544"/>
            </a:xfrm>
            <a:prstGeom prst="chord">
              <a:avLst/>
            </a:prstGeom>
            <a:solidFill>
              <a:srgbClr val="6828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75C52B1B-6D03-72A2-D0A7-BAFD3C39FCEA}"/>
              </a:ext>
            </a:extLst>
          </p:cNvPr>
          <p:cNvSpPr/>
          <p:nvPr/>
        </p:nvSpPr>
        <p:spPr>
          <a:xfrm>
            <a:off x="2405776" y="2994621"/>
            <a:ext cx="825065" cy="605204"/>
          </a:xfrm>
          <a:prstGeom prst="flowChartProcess">
            <a:avLst/>
          </a:prstGeom>
          <a:solidFill>
            <a:srgbClr val="003B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D9958930-77DF-7562-8E71-EEBBDD71EFE4}"/>
              </a:ext>
            </a:extLst>
          </p:cNvPr>
          <p:cNvSpPr/>
          <p:nvPr/>
        </p:nvSpPr>
        <p:spPr>
          <a:xfrm>
            <a:off x="3781860" y="2937447"/>
            <a:ext cx="215462" cy="740967"/>
          </a:xfrm>
          <a:prstGeom prst="flowChartProcess">
            <a:avLst/>
          </a:prstGeom>
          <a:solidFill>
            <a:srgbClr val="4892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844A5B-D616-B779-F2F7-1094316347E4}"/>
              </a:ext>
            </a:extLst>
          </p:cNvPr>
          <p:cNvCxnSpPr>
            <a:cxnSpLocks/>
            <a:stCxn id="31" idx="0"/>
            <a:endCxn id="22" idx="1"/>
          </p:cNvCxnSpPr>
          <p:nvPr/>
        </p:nvCxnSpPr>
        <p:spPr>
          <a:xfrm flipV="1">
            <a:off x="1177930" y="3297223"/>
            <a:ext cx="1227846" cy="15675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0774362-2733-004A-B385-147DDCB2A027}"/>
              </a:ext>
            </a:extLst>
          </p:cNvPr>
          <p:cNvSpPr txBox="1"/>
          <p:nvPr/>
        </p:nvSpPr>
        <p:spPr>
          <a:xfrm>
            <a:off x="167623" y="4864820"/>
            <a:ext cx="202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Hall Effect Sensor</a:t>
            </a:r>
          </a:p>
        </p:txBody>
      </p:sp>
      <p:cxnSp>
        <p:nvCxnSpPr>
          <p:cNvPr id="3076" name="Straight Arrow Connector 3075">
            <a:extLst>
              <a:ext uri="{FF2B5EF4-FFF2-40B4-BE49-F238E27FC236}">
                <a16:creationId xmlns:a16="http://schemas.microsoft.com/office/drawing/2014/main" id="{69FD119E-EDA0-4664-3EEA-AC08C88D1DBC}"/>
              </a:ext>
            </a:extLst>
          </p:cNvPr>
          <p:cNvCxnSpPr>
            <a:cxnSpLocks/>
            <a:stCxn id="3077" idx="0"/>
            <a:endCxn id="18" idx="2"/>
          </p:cNvCxnSpPr>
          <p:nvPr/>
        </p:nvCxnSpPr>
        <p:spPr>
          <a:xfrm flipH="1" flipV="1">
            <a:off x="6545209" y="3474282"/>
            <a:ext cx="307039" cy="148160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TextBox 3076">
            <a:extLst>
              <a:ext uri="{FF2B5EF4-FFF2-40B4-BE49-F238E27FC236}">
                <a16:creationId xmlns:a16="http://schemas.microsoft.com/office/drawing/2014/main" id="{32C918FE-D728-0B1B-4D9D-52E99DACE087}"/>
              </a:ext>
            </a:extLst>
          </p:cNvPr>
          <p:cNvSpPr txBox="1"/>
          <p:nvPr/>
        </p:nvSpPr>
        <p:spPr>
          <a:xfrm>
            <a:off x="5841941" y="4955886"/>
            <a:ext cx="202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Magnet</a:t>
            </a:r>
          </a:p>
        </p:txBody>
      </p:sp>
    </p:spTree>
    <p:extLst>
      <p:ext uri="{BB962C8B-B14F-4D97-AF65-F5344CB8AC3E}">
        <p14:creationId xmlns:p14="http://schemas.microsoft.com/office/powerpoint/2010/main" val="276831598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with Logo">
  <a:themeElements>
    <a:clrScheme name="College of Engineering Colors">
      <a:dk1>
        <a:sysClr val="windowText" lastClr="000000"/>
      </a:dk1>
      <a:lt1>
        <a:sysClr val="window" lastClr="FFFFFF"/>
      </a:lt1>
      <a:dk2>
        <a:srgbClr val="782F40"/>
      </a:dk2>
      <a:lt2>
        <a:srgbClr val="EE7624"/>
      </a:lt2>
      <a:accent1>
        <a:srgbClr val="003B6F"/>
      </a:accent1>
      <a:accent2>
        <a:srgbClr val="CE0058"/>
      </a:accent2>
      <a:accent3>
        <a:srgbClr val="48929B"/>
      </a:accent3>
      <a:accent4>
        <a:srgbClr val="FBEC5D"/>
      </a:accent4>
      <a:accent5>
        <a:srgbClr val="682860"/>
      </a:accent5>
      <a:accent6>
        <a:srgbClr val="40E0D0"/>
      </a:accent6>
      <a:hlink>
        <a:srgbClr val="0563C1"/>
      </a:hlink>
      <a:folHlink>
        <a:srgbClr val="979797"/>
      </a:folHlink>
    </a:clrScheme>
    <a:fontScheme name="College of Engineering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ML 4551-2 2024 Widescreen 240819" id="{16B2FCD1-B2E7-458F-AF6B-8DD29B5F5BE3}" vid="{9233AFD8-E6BE-4562-9974-70CC80EAFD1C}"/>
    </a:ext>
  </a:extLst>
</a:theme>
</file>

<file path=ppt/theme/theme2.xml><?xml version="1.0" encoding="utf-8"?>
<a:theme xmlns:a="http://schemas.openxmlformats.org/drawingml/2006/main" name="Garnet with Logo">
  <a:themeElements>
    <a:clrScheme name="College of Engineering Colors">
      <a:dk1>
        <a:sysClr val="windowText" lastClr="000000"/>
      </a:dk1>
      <a:lt1>
        <a:sysClr val="window" lastClr="FFFFFF"/>
      </a:lt1>
      <a:dk2>
        <a:srgbClr val="782F40"/>
      </a:dk2>
      <a:lt2>
        <a:srgbClr val="EE7624"/>
      </a:lt2>
      <a:accent1>
        <a:srgbClr val="003B6F"/>
      </a:accent1>
      <a:accent2>
        <a:srgbClr val="CE0058"/>
      </a:accent2>
      <a:accent3>
        <a:srgbClr val="48929B"/>
      </a:accent3>
      <a:accent4>
        <a:srgbClr val="FBEC5D"/>
      </a:accent4>
      <a:accent5>
        <a:srgbClr val="682860"/>
      </a:accent5>
      <a:accent6>
        <a:srgbClr val="40E0D0"/>
      </a:accent6>
      <a:hlink>
        <a:srgbClr val="0563C1"/>
      </a:hlink>
      <a:folHlink>
        <a:srgbClr val="979797"/>
      </a:folHlink>
    </a:clrScheme>
    <a:fontScheme name="College of Engineering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ML 4551-2 2024 Widescreen 240819" id="{16B2FCD1-B2E7-458F-AF6B-8DD29B5F5BE3}" vid="{E30CCBFB-C59F-4B07-8674-820C69510B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7CB119148D494CA897B31EB48CEBA9" ma:contentTypeVersion="11" ma:contentTypeDescription="Create a new document." ma:contentTypeScope="" ma:versionID="094625bbf9b4f20ae09ec546d17e19f9">
  <xsd:schema xmlns:xsd="http://www.w3.org/2001/XMLSchema" xmlns:xs="http://www.w3.org/2001/XMLSchema" xmlns:p="http://schemas.microsoft.com/office/2006/metadata/properties" xmlns:ns2="8c87e0c6-fbe6-4da9-8430-2e6afb92054c" xmlns:ns3="f443dd09-09a2-4201-8b05-1443fb89112b" targetNamespace="http://schemas.microsoft.com/office/2006/metadata/properties" ma:root="true" ma:fieldsID="f081674b04c0a97cdc86e81d6a7b29aa" ns2:_="" ns3:_="">
    <xsd:import namespace="8c87e0c6-fbe6-4da9-8430-2e6afb92054c"/>
    <xsd:import namespace="f443dd09-09a2-4201-8b05-1443fb8911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7e0c6-fbe6-4da9-8430-2e6afb9205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3b83bf-5a34-45d0-bf74-ccf9241540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43dd09-09a2-4201-8b05-1443fb89112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0184628-a536-4ed9-a805-38e26ae02067}" ma:internalName="TaxCatchAll" ma:showField="CatchAllData" ma:web="f443dd09-09a2-4201-8b05-1443fb8911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87e0c6-fbe6-4da9-8430-2e6afb92054c">
      <Terms xmlns="http://schemas.microsoft.com/office/infopath/2007/PartnerControls"/>
    </lcf76f155ced4ddcb4097134ff3c332f>
    <TaxCatchAll xmlns="f443dd09-09a2-4201-8b05-1443fb8911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6B24C5-5BCA-4CEA-8530-D4362A260EB7}">
  <ds:schemaRefs>
    <ds:schemaRef ds:uri="8c87e0c6-fbe6-4da9-8430-2e6afb92054c"/>
    <ds:schemaRef ds:uri="f443dd09-09a2-4201-8b05-1443fb8911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E9124DE-5642-4CC0-BE34-A0865FB3564A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f443dd09-09a2-4201-8b05-1443fb89112b"/>
    <ds:schemaRef ds:uri="http://schemas.openxmlformats.org/package/2006/metadata/core-properties"/>
    <ds:schemaRef ds:uri="8c87e0c6-fbe6-4da9-8430-2e6afb92054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ED9E493-23E4-456D-8D41-E276A6966B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36450eb-db06-42a7-8d1b-026719f701e3}" enabled="0" method="" siteId="{a36450eb-db06-42a7-8d1b-026719f701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EML 4551-2 2024 Widescreen 240819</Template>
  <TotalTime>59</TotalTime>
  <Words>222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Orange with Logo</vt:lpstr>
      <vt:lpstr>Garnet with Logo</vt:lpstr>
      <vt:lpstr>Mechatronics 2: Project</vt:lpstr>
      <vt:lpstr>Objective</vt:lpstr>
      <vt:lpstr>Dexterous Manipulators</vt:lpstr>
      <vt:lpstr>Pick and Place Operations</vt:lpstr>
      <vt:lpstr>Competition Overview</vt:lpstr>
      <vt:lpstr>Competition Overview</vt:lpstr>
      <vt:lpstr>Competition Overview</vt:lpstr>
      <vt:lpstr>Competition Overview</vt:lpstr>
      <vt:lpstr>Our Design: Mechanism</vt:lpstr>
      <vt:lpstr>Our Design: Hall Effect</vt:lpstr>
      <vt:lpstr>Our Design: Hall Effect</vt:lpstr>
    </vt:vector>
  </TitlesOfParts>
  <Company>Florida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PLC Controls Lab</dc:title>
  <dc:creator>Shayne McConomy</dc:creator>
  <cp:lastModifiedBy>Jack Vranicar</cp:lastModifiedBy>
  <cp:revision>2</cp:revision>
  <dcterms:created xsi:type="dcterms:W3CDTF">2024-09-24T19:25:48Z</dcterms:created>
  <dcterms:modified xsi:type="dcterms:W3CDTF">2025-11-30T21:26:20Z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0x0101008D7CB119148D494CA897B31EB48CEBA9</vt:lpwstr>
  </property>
  <property fmtid="{D5CDD505-2E9C-101B-9397-08002B2CF9AE}" pid="3" name="MediaServiceImageTags">
    <vt:lpwstr/>
  </property>
</Properties>
</file>